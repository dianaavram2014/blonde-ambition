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Sursa: fotografia 1. ATENȚIE: în captura de ecran, primele rânduri ale textului de deasupra imaginii sunt acoperite de bara aplicației și nu se pot citi. A fost reprodus doar ultimul rând, singurul lizibil. Completați textul lipsă din prezentarea originală.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Sursa: fotografia 2 (primul produs).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Sursa: fotografia 2 (al doilea produs). Titlul apare de două ori și în original.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Sursa: fotografia 3 (primul produs). Pătratul gol din stânga apare și în original. Logo-ul Alfaparf era tăiat în captură și a fost preluat din celelalte slide-uri, identic.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Sursa: fotografia 3 (al doilea produs).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Sursa: fotografia 3 (al treilea produs).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Sursa: fotografia 4 (primul produs). Produsul apare și la finalul fotografiei 3, dar acolo e tăiat; a fost folosită varianta completă din fotografia 4, o singură dată.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Sursa: fotografia 4 (al doilea produs).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Sursa: fotografia 4 (ultimul element), repetat identic în fotografia 6; a fost inclus o singură dată. Titlul în italiană („Tabella riepilogativa”) și formularea „Da 1:1.5 a 1:2” din coloana HIGH LIFT sunt preluate exact ca în original.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Sursa: fotografia 5. În partea de sus a capturii se vede o bucată dintr-un slide anterior (un tub și o cutie), care nu a putut fi reprodusă pentru că lipsește restul slide-ului.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RIGINAL">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1"/>
          <p:cNvSpPr txBox="1"/>
          <p:nvPr/>
        </p:nvSpPr>
        <p:spPr>
          <a:xfrm>
            <a:off x="338328" y="1298448"/>
            <a:ext cx="8229600" cy="292608"/>
          </a:xfrm>
          <a:prstGeom prst="rect">
            <a:avLst/>
          </a:prstGeom>
          <a:noFill/>
          <a:ln/>
        </p:spPr>
        <p:txBody>
          <a:bodyPr wrap="square" lIns="0" tIns="0" rIns="0" bIns="0" rtlCol="0" anchor="ctr"/>
          <a:lstStyle/>
          <a:p>
            <a:pPr indent="0" marL="0">
              <a:buNone/>
            </a:pPr>
            <a:r>
              <a:rPr lang="en-US" sz="1500" dirty="0">
                <a:solidFill>
                  <a:srgbClr val="1D1D1D"/>
                </a:solidFill>
                <a:latin typeface="Times New Roman" pitchFamily="34" charset="0"/>
                <a:ea typeface="Times New Roman" pitchFamily="34" charset="-122"/>
                <a:cs typeface="Times New Roman" pitchFamily="34" charset="-120"/>
              </a:rPr>
              <a:t>libertatea de a-ți exprima creativitatea.</a:t>
            </a:r>
            <a:endParaRPr lang="en-US" sz="1500" dirty="0"/>
          </a:p>
        </p:txBody>
      </p:sp>
      <p:pic>
        <p:nvPicPr>
          <p:cNvPr id="3" name="photo-2" descr="Gama BLONDERA Pro System">    </p:cNvPr>
          <p:cNvPicPr>
            <a:picLocks noChangeAspect="1"/>
          </p:cNvPicPr>
          <p:nvPr/>
        </p:nvPicPr>
        <p:blipFill>
          <a:blip r:embed="rId1"/>
          <a:stretch>
            <a:fillRect/>
          </a:stretch>
        </p:blipFill>
        <p:spPr>
          <a:xfrm>
            <a:off x="0" y="1670818"/>
            <a:ext cx="9144000" cy="347268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logo-3" descr="Alfaparf Milano Professional">    </p:cNvPr>
          <p:cNvPicPr>
            <a:picLocks noChangeAspect="1"/>
          </p:cNvPicPr>
          <p:nvPr/>
        </p:nvPicPr>
        <p:blipFill>
          <a:blip r:embed="rId1"/>
          <a:stretch>
            <a:fillRect/>
          </a:stretch>
        </p:blipFill>
        <p:spPr>
          <a:xfrm>
            <a:off x="475488" y="274320"/>
            <a:ext cx="1088904" cy="404849"/>
          </a:xfrm>
          <a:prstGeom prst="rect">
            <a:avLst/>
          </a:prstGeom>
        </p:spPr>
      </p:pic>
      <p:pic>
        <p:nvPicPr>
          <p:cNvPr id="3" name="bar-4" descr="/tmp/claude-0/-home-user-Blonde-ambition/70714d99-b13e-5886-9474-13d8c417726a/scratchpad/blondera/crops/bar_pre.png">    </p:cNvPr>
          <p:cNvPicPr>
            <a:picLocks noChangeAspect="1"/>
          </p:cNvPicPr>
          <p:nvPr/>
        </p:nvPicPr>
        <p:blipFill>
          <a:blip r:embed="rId2"/>
          <a:stretch>
            <a:fillRect/>
          </a:stretch>
        </p:blipFill>
        <p:spPr>
          <a:xfrm>
            <a:off x="0" y="841248"/>
            <a:ext cx="2010284" cy="251285"/>
          </a:xfrm>
          <a:prstGeom prst="rect">
            <a:avLst/>
          </a:prstGeom>
        </p:spPr>
      </p:pic>
      <p:sp>
        <p:nvSpPr>
          <p:cNvPr id="4" name="title-5"/>
          <p:cNvSpPr txBox="1"/>
          <p:nvPr/>
        </p:nvSpPr>
        <p:spPr>
          <a:xfrm>
            <a:off x="594360" y="1216152"/>
            <a:ext cx="6858000" cy="411480"/>
          </a:xfrm>
          <a:prstGeom prst="rect">
            <a:avLst/>
          </a:prstGeom>
          <a:noFill/>
          <a:ln/>
        </p:spPr>
        <p:txBody>
          <a:bodyPr wrap="square" lIns="0" tIns="0" rIns="0" bIns="0" rtlCol="0" anchor="ctr"/>
          <a:lstStyle/>
          <a:p>
            <a:pPr indent="0" marL="0">
              <a:buNone/>
            </a:pPr>
            <a:r>
              <a:rPr lang="en-US" sz="2200" dirty="0">
                <a:solidFill>
                  <a:srgbClr val="1D1D1D"/>
                </a:solidFill>
                <a:latin typeface="Times New Roman" pitchFamily="34" charset="0"/>
                <a:ea typeface="Times New Roman" pitchFamily="34" charset="-122"/>
                <a:cs typeface="Times New Roman" pitchFamily="34" charset="-120"/>
              </a:rPr>
              <a:t>ANTI-METAL PRIMER</a:t>
            </a:r>
            <a:endParaRPr lang="en-US" sz="2200" dirty="0"/>
          </a:p>
        </p:txBody>
      </p:sp>
      <p:sp>
        <p:nvSpPr>
          <p:cNvPr id="5" name="body-6"/>
          <p:cNvSpPr txBox="1"/>
          <p:nvPr/>
        </p:nvSpPr>
        <p:spPr>
          <a:xfrm>
            <a:off x="594360" y="1783080"/>
            <a:ext cx="6537960" cy="3108960"/>
          </a:xfrm>
          <a:prstGeom prst="rect">
            <a:avLst/>
          </a:prstGeom>
          <a:noFill/>
          <a:ln/>
        </p:spPr>
        <p:txBody>
          <a:bodyPr wrap="square" lIns="0" tIns="0" rIns="0" bIns="0" rtlCol="0" anchor="t"/>
          <a:lstStyle/>
          <a:p>
            <a:pPr indent="0" marL="0">
              <a:spcAft>
                <a:spcPts val="1400"/>
              </a:spcAft>
              <a:buNone/>
            </a:pPr>
            <a:r>
              <a:rPr lang="en-US" sz="1400" dirty="0">
                <a:solidFill>
                  <a:srgbClr val="1D1D1D"/>
                </a:solidFill>
                <a:latin typeface="Times New Roman" pitchFamily="34" charset="0"/>
                <a:ea typeface="Times New Roman" pitchFamily="34" charset="-122"/>
                <a:cs typeface="Times New Roman" pitchFamily="34" charset="-120"/>
              </a:rPr>
              <a:t>Primer multi-beneficii cu acțiune anti-metal și efect de reechilibrare a porozității fibrei capilare.</a:t>
            </a:r>
            <a:endParaRPr lang="en-US" sz="1400" dirty="0"/>
          </a:p>
          <a:p>
            <a:pPr indent="0" marL="0">
              <a:spcAft>
                <a:spcPts val="1400"/>
              </a:spcAft>
              <a:buNone/>
            </a:pPr>
            <a:r>
              <a:rPr lang="en-US" sz="1400" dirty="0">
                <a:solidFill>
                  <a:srgbClr val="1D1D1D"/>
                </a:solidFill>
                <a:latin typeface="Times New Roman" pitchFamily="34" charset="0"/>
                <a:ea typeface="Times New Roman" pitchFamily="34" charset="-122"/>
                <a:cs typeface="Times New Roman" pitchFamily="34" charset="-120"/>
              </a:rPr>
              <a:t>Poate fi utilizat înaintea oricărui serviciu tehnic (colorare, decolorare sau schimbare de formă) pentru a proteja firul de păr și pentru a îmbunătăți luminozitatea rezultatului final. Agenții poluanți prezenți pe firul de păr pot reacționa cu produsele de colorare și decolorare, reducând delicatețea formulei. Acest pas optimizează performanța produselor pe păr.</a:t>
            </a:r>
            <a:endParaRPr lang="en-US" sz="1400" dirty="0"/>
          </a:p>
          <a:p>
            <a:pPr indent="0" marL="0">
              <a:buNone/>
            </a:pPr>
            <a:r>
              <a:rPr lang="en-US" sz="1400" dirty="0">
                <a:solidFill>
                  <a:srgbClr val="1D1D1D"/>
                </a:solidFill>
                <a:latin typeface="Times New Roman" pitchFamily="34" charset="0"/>
                <a:ea typeface="Times New Roman" pitchFamily="34" charset="-122"/>
                <a:cs typeface="Times New Roman" pitchFamily="34" charset="-120"/>
              </a:rPr>
              <a:t>Mod de utilizare:</a:t>
            </a:r>
            <a:br/>
            <a:pPr indent="0" marL="0">
              <a:buNone/>
            </a:pPr>
            <a:r>
              <a:rPr lang="en-US" sz="1400" dirty="0">
                <a:solidFill>
                  <a:srgbClr val="1D1D1D"/>
                </a:solidFill>
                <a:latin typeface="Times New Roman" pitchFamily="34" charset="0"/>
                <a:ea typeface="Times New Roman" pitchFamily="34" charset="-122"/>
                <a:cs typeface="Times New Roman" pitchFamily="34" charset="-120"/>
              </a:rPr>
              <a:t>Se aplică pe părul uscat, pulverizând între 10 și 20 de pufuri, în funcție de densitatea și lungimea părului. Se distribuie uniform de la rădăcină până la vârfuri, secțiune cu secțiune. Se usucă cu foehnul sau, alternativ, se lasă să se usuce natural timp de 3–5 minute, după care se continuă cu serviciul tehnic.</a:t>
            </a:r>
            <a:endParaRPr lang="en-US" sz="1400" dirty="0"/>
          </a:p>
        </p:txBody>
      </p:sp>
      <p:pic>
        <p:nvPicPr>
          <p:cNvPr id="6" name="product-7" descr="Anti-Metal Primer">    </p:cNvPr>
          <p:cNvPicPr>
            <a:picLocks noChangeAspect="1"/>
          </p:cNvPicPr>
          <p:nvPr/>
        </p:nvPicPr>
        <p:blipFill>
          <a:blip r:embed="rId3"/>
          <a:stretch>
            <a:fillRect/>
          </a:stretch>
        </p:blipFill>
        <p:spPr>
          <a:xfrm>
            <a:off x="7589520" y="2240280"/>
            <a:ext cx="1164401" cy="260604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logo-8" descr="Alfaparf Milano Professional">    </p:cNvPr>
          <p:cNvPicPr>
            <a:picLocks noChangeAspect="1"/>
          </p:cNvPicPr>
          <p:nvPr/>
        </p:nvPicPr>
        <p:blipFill>
          <a:blip r:embed="rId1"/>
          <a:stretch>
            <a:fillRect/>
          </a:stretch>
        </p:blipFill>
        <p:spPr>
          <a:xfrm>
            <a:off x="475488" y="274320"/>
            <a:ext cx="1088904" cy="404849"/>
          </a:xfrm>
          <a:prstGeom prst="rect">
            <a:avLst/>
          </a:prstGeom>
        </p:spPr>
      </p:pic>
      <p:pic>
        <p:nvPicPr>
          <p:cNvPr id="3" name="bar-9" descr="/tmp/claude-0/-home-user-Blonde-ambition/70714d99-b13e-5886-9474-13d8c417726a/scratchpad/blondera/crops/bar_pre.png">    </p:cNvPr>
          <p:cNvPicPr>
            <a:picLocks noChangeAspect="1"/>
          </p:cNvPicPr>
          <p:nvPr/>
        </p:nvPicPr>
        <p:blipFill>
          <a:blip r:embed="rId2"/>
          <a:stretch>
            <a:fillRect/>
          </a:stretch>
        </p:blipFill>
        <p:spPr>
          <a:xfrm>
            <a:off x="0" y="841248"/>
            <a:ext cx="2010284" cy="251285"/>
          </a:xfrm>
          <a:prstGeom prst="rect">
            <a:avLst/>
          </a:prstGeom>
        </p:spPr>
      </p:pic>
      <p:sp>
        <p:nvSpPr>
          <p:cNvPr id="4" name="title-10"/>
          <p:cNvSpPr txBox="1"/>
          <p:nvPr/>
        </p:nvSpPr>
        <p:spPr>
          <a:xfrm>
            <a:off x="594360" y="1216152"/>
            <a:ext cx="6858000" cy="411480"/>
          </a:xfrm>
          <a:prstGeom prst="rect">
            <a:avLst/>
          </a:prstGeom>
          <a:noFill/>
          <a:ln/>
        </p:spPr>
        <p:txBody>
          <a:bodyPr wrap="square" lIns="0" tIns="0" rIns="0" bIns="0" rtlCol="0" anchor="ctr"/>
          <a:lstStyle/>
          <a:p>
            <a:pPr indent="0" marL="0">
              <a:buNone/>
            </a:pPr>
            <a:r>
              <a:rPr lang="en-US" sz="2200" dirty="0">
                <a:solidFill>
                  <a:srgbClr val="1D1D1D"/>
                </a:solidFill>
                <a:latin typeface="Times New Roman" pitchFamily="34" charset="0"/>
                <a:ea typeface="Times New Roman" pitchFamily="34" charset="-122"/>
                <a:cs typeface="Times New Roman" pitchFamily="34" charset="-120"/>
              </a:rPr>
              <a:t>SCALP PROTECTOR</a:t>
            </a:r>
            <a:endParaRPr lang="en-US" sz="2200" dirty="0"/>
          </a:p>
        </p:txBody>
      </p:sp>
      <p:sp>
        <p:nvSpPr>
          <p:cNvPr id="5" name="title-11"/>
          <p:cNvSpPr txBox="1"/>
          <p:nvPr/>
        </p:nvSpPr>
        <p:spPr>
          <a:xfrm>
            <a:off x="594360" y="1600200"/>
            <a:ext cx="6858000" cy="411480"/>
          </a:xfrm>
          <a:prstGeom prst="rect">
            <a:avLst/>
          </a:prstGeom>
          <a:noFill/>
          <a:ln/>
        </p:spPr>
        <p:txBody>
          <a:bodyPr wrap="square" lIns="0" tIns="0" rIns="0" bIns="0" rtlCol="0" anchor="ctr"/>
          <a:lstStyle/>
          <a:p>
            <a:pPr indent="0" marL="0">
              <a:buNone/>
            </a:pPr>
            <a:r>
              <a:rPr lang="en-US" sz="1800" dirty="0">
                <a:solidFill>
                  <a:srgbClr val="1D1D1D"/>
                </a:solidFill>
                <a:latin typeface="Times New Roman" pitchFamily="34" charset="0"/>
                <a:ea typeface="Times New Roman" pitchFamily="34" charset="-122"/>
                <a:cs typeface="Times New Roman" pitchFamily="34" charset="-120"/>
              </a:rPr>
              <a:t>SCALP PROTECTOR</a:t>
            </a:r>
            <a:endParaRPr lang="en-US" sz="1800" dirty="0"/>
          </a:p>
        </p:txBody>
      </p:sp>
      <p:sp>
        <p:nvSpPr>
          <p:cNvPr id="6" name="body-12"/>
          <p:cNvSpPr txBox="1"/>
          <p:nvPr/>
        </p:nvSpPr>
        <p:spPr>
          <a:xfrm>
            <a:off x="594360" y="2011680"/>
            <a:ext cx="6263640" cy="2926080"/>
          </a:xfrm>
          <a:prstGeom prst="rect">
            <a:avLst/>
          </a:prstGeom>
          <a:noFill/>
          <a:ln/>
        </p:spPr>
        <p:txBody>
          <a:bodyPr wrap="square" lIns="0" tIns="0" rIns="0" bIns="0" rtlCol="0" anchor="t"/>
          <a:lstStyle/>
          <a:p>
            <a:pPr marL="177800" indent="-177800">
              <a:spcBef>
                <a:spcPts val="500"/>
              </a:spcBef>
              <a:buSzPct val="100000"/>
              <a:buChar char="•"/>
            </a:pPr>
            <a:r>
              <a:rPr lang="en-US" sz="1400" dirty="0">
                <a:solidFill>
                  <a:srgbClr val="1D1D1D"/>
                </a:solidFill>
                <a:latin typeface="Times New Roman" pitchFamily="34" charset="0"/>
                <a:ea typeface="Times New Roman" pitchFamily="34" charset="-122"/>
                <a:cs typeface="Times New Roman" pitchFamily="34" charset="-120"/>
              </a:rPr>
              <a:t>Ser protector pentru scalp.</a:t>
            </a:r>
            <a:endParaRPr lang="en-US" sz="1400" dirty="0"/>
          </a:p>
          <a:p>
            <a:pPr marL="177800" indent="-177800">
              <a:spcBef>
                <a:spcPts val="500"/>
              </a:spcBef>
              <a:buSzPct val="100000"/>
              <a:buChar char="•"/>
            </a:pPr>
            <a:r>
              <a:rPr lang="en-US" sz="1400" dirty="0">
                <a:solidFill>
                  <a:srgbClr val="1D1D1D"/>
                </a:solidFill>
                <a:latin typeface="Times New Roman" pitchFamily="34" charset="0"/>
                <a:ea typeface="Times New Roman" pitchFamily="34" charset="-122"/>
                <a:cs typeface="Times New Roman" pitchFamily="34" charset="-120"/>
              </a:rPr>
              <a:t>Reduce senzațiile de disconfort în timpul serviciilor tehnice.</a:t>
            </a:r>
            <a:endParaRPr lang="en-US" sz="1400" dirty="0"/>
          </a:p>
          <a:p>
            <a:pPr marL="177800" indent="-177800">
              <a:spcBef>
                <a:spcPts val="500"/>
              </a:spcBef>
              <a:buSzPct val="100000"/>
              <a:buChar char="•"/>
            </a:pPr>
            <a:r>
              <a:rPr lang="en-US" sz="1400" dirty="0">
                <a:solidFill>
                  <a:srgbClr val="1D1D1D"/>
                </a:solidFill>
                <a:latin typeface="Times New Roman" pitchFamily="34" charset="0"/>
                <a:ea typeface="Times New Roman" pitchFamily="34" charset="-122"/>
                <a:cs typeface="Times New Roman" pitchFamily="34" charset="-120"/>
              </a:rPr>
              <a:t>Suportul ideal pentru serviciile de deschidere/decolorare realizate în contact cu scalpul.</a:t>
            </a:r>
            <a:endParaRPr lang="en-US" sz="1400" dirty="0"/>
          </a:p>
          <a:p>
            <a:pPr marL="177800" indent="-177800">
              <a:spcBef>
                <a:spcPts val="500"/>
              </a:spcBef>
              <a:buSzPct val="100000"/>
              <a:buChar char="•"/>
            </a:pPr>
            <a:r>
              <a:rPr lang="en-US" sz="1400" dirty="0">
                <a:solidFill>
                  <a:srgbClr val="1D1D1D"/>
                </a:solidFill>
                <a:latin typeface="Times New Roman" pitchFamily="34" charset="0"/>
                <a:ea typeface="Times New Roman" pitchFamily="34" charset="-122"/>
                <a:cs typeface="Times New Roman" pitchFamily="34" charset="-120"/>
              </a:rPr>
              <a:t>MOD DE UTILIZARE</a:t>
            </a:r>
            <a:endParaRPr lang="en-US" sz="1400" dirty="0"/>
          </a:p>
          <a:p>
            <a:pPr marL="177800" indent="-177800">
              <a:spcBef>
                <a:spcPts val="500"/>
              </a:spcBef>
              <a:buSzPct val="100000"/>
              <a:buChar char="•"/>
            </a:pPr>
            <a:r>
              <a:rPr lang="en-US" sz="1400" dirty="0">
                <a:solidFill>
                  <a:srgbClr val="1D1D1D"/>
                </a:solidFill>
                <a:latin typeface="Times New Roman" pitchFamily="34" charset="0"/>
                <a:ea typeface="Times New Roman" pitchFamily="34" charset="-122"/>
                <a:cs typeface="Times New Roman" pitchFamily="34" charset="-120"/>
              </a:rPr>
              <a:t>Pe scalp:</a:t>
            </a:r>
            <a:endParaRPr lang="en-US" sz="1400" dirty="0"/>
          </a:p>
          <a:p>
            <a:pPr marL="177800" indent="-177800">
              <a:buSzPct val="100000"/>
              <a:buChar char=" "/>
            </a:pPr>
            <a:r>
              <a:rPr lang="en-US" sz="1400" dirty="0">
                <a:solidFill>
                  <a:srgbClr val="1D1D1D"/>
                </a:solidFill>
                <a:latin typeface="Times New Roman" pitchFamily="34" charset="0"/>
                <a:ea typeface="Times New Roman" pitchFamily="34" charset="-122"/>
                <a:cs typeface="Times New Roman" pitchFamily="34" charset="-120"/>
              </a:rPr>
              <a:t>Aplicați fiola direct pe scalp cu 5 minute înainte de orice serviciu tehnic (colorare, decolorare sau schimbare de formă).</a:t>
            </a:r>
            <a:endParaRPr lang="en-US" sz="1400" dirty="0"/>
          </a:p>
          <a:p>
            <a:pPr marL="177800" indent="-177800">
              <a:spcBef>
                <a:spcPts val="500"/>
              </a:spcBef>
              <a:buSzPct val="100000"/>
              <a:buChar char="•"/>
            </a:pPr>
            <a:r>
              <a:rPr lang="en-US" sz="1400" dirty="0">
                <a:solidFill>
                  <a:srgbClr val="1D1D1D"/>
                </a:solidFill>
                <a:latin typeface="Times New Roman" pitchFamily="34" charset="0"/>
                <a:ea typeface="Times New Roman" pitchFamily="34" charset="-122"/>
                <a:cs typeface="Times New Roman" pitchFamily="34" charset="-120"/>
              </a:rPr>
              <a:t>În amestec:</a:t>
            </a:r>
            <a:endParaRPr lang="en-US" sz="1400" dirty="0"/>
          </a:p>
          <a:p>
            <a:pPr marL="177800" indent="-177800">
              <a:buSzPct val="100000"/>
              <a:buChar char=" "/>
            </a:pPr>
            <a:r>
              <a:rPr lang="en-US" sz="1400" dirty="0">
                <a:solidFill>
                  <a:srgbClr val="1D1D1D"/>
                </a:solidFill>
                <a:latin typeface="Times New Roman" pitchFamily="34" charset="0"/>
                <a:ea typeface="Times New Roman" pitchFamily="34" charset="-122"/>
                <a:cs typeface="Times New Roman" pitchFamily="34" charset="-120"/>
              </a:rPr>
              <a:t>În timpul serviciului tehnic, amestecați 1 fiolă cu 60 g de vopsea/decolorant + activator, apoi continuați cu aplicarea obișnuită.</a:t>
            </a:r>
            <a:endParaRPr lang="en-US" sz="1400" dirty="0"/>
          </a:p>
        </p:txBody>
      </p:sp>
      <p:pic>
        <p:nvPicPr>
          <p:cNvPr id="7" name="product-13" descr="Scalp Protector">    </p:cNvPr>
          <p:cNvPicPr>
            <a:picLocks noChangeAspect="1"/>
          </p:cNvPicPr>
          <p:nvPr/>
        </p:nvPicPr>
        <p:blipFill>
          <a:blip r:embed="rId3"/>
          <a:stretch>
            <a:fillRect/>
          </a:stretch>
        </p:blipFill>
        <p:spPr>
          <a:xfrm>
            <a:off x="6995160" y="2606040"/>
            <a:ext cx="1956816" cy="219456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logo-14" descr="Alfaparf Milano Professional">    </p:cNvPr>
          <p:cNvPicPr>
            <a:picLocks noChangeAspect="1"/>
          </p:cNvPicPr>
          <p:nvPr/>
        </p:nvPicPr>
        <p:blipFill>
          <a:blip r:embed="rId1"/>
          <a:stretch>
            <a:fillRect/>
          </a:stretch>
        </p:blipFill>
        <p:spPr>
          <a:xfrm>
            <a:off x="475488" y="274320"/>
            <a:ext cx="1088904" cy="404849"/>
          </a:xfrm>
          <a:prstGeom prst="rect">
            <a:avLst/>
          </a:prstGeom>
        </p:spPr>
      </p:pic>
      <p:pic>
        <p:nvPicPr>
          <p:cNvPr id="3" name="bar-15" descr="/tmp/claude-0/-home-user-Blonde-ambition/70714d99-b13e-5886-9474-13d8c417726a/scratchpad/blondera/crops/bar_in.png">    </p:cNvPr>
          <p:cNvPicPr>
            <a:picLocks noChangeAspect="1"/>
          </p:cNvPicPr>
          <p:nvPr/>
        </p:nvPicPr>
        <p:blipFill>
          <a:blip r:embed="rId2"/>
          <a:stretch>
            <a:fillRect/>
          </a:stretch>
        </p:blipFill>
        <p:spPr>
          <a:xfrm>
            <a:off x="0" y="841248"/>
            <a:ext cx="2352311" cy="237325"/>
          </a:xfrm>
          <a:prstGeom prst="rect">
            <a:avLst/>
          </a:prstGeom>
        </p:spPr>
      </p:pic>
      <p:sp>
        <p:nvSpPr>
          <p:cNvPr id="4" name="title-16"/>
          <p:cNvSpPr txBox="1"/>
          <p:nvPr/>
        </p:nvSpPr>
        <p:spPr>
          <a:xfrm>
            <a:off x="594360" y="1371600"/>
            <a:ext cx="6858000" cy="411480"/>
          </a:xfrm>
          <a:prstGeom prst="rect">
            <a:avLst/>
          </a:prstGeom>
          <a:noFill/>
          <a:ln/>
        </p:spPr>
        <p:txBody>
          <a:bodyPr wrap="square" lIns="0" tIns="0" rIns="0" bIns="0" rtlCol="0" anchor="ctr"/>
          <a:lstStyle/>
          <a:p>
            <a:pPr indent="0" marL="0">
              <a:buNone/>
            </a:pPr>
            <a:r>
              <a:rPr lang="en-US" sz="2200" dirty="0">
                <a:solidFill>
                  <a:srgbClr val="23253C"/>
                </a:solidFill>
                <a:latin typeface="Times New Roman" pitchFamily="34" charset="0"/>
                <a:ea typeface="Times New Roman" pitchFamily="34" charset="-122"/>
                <a:cs typeface="Times New Roman" pitchFamily="34" charset="-120"/>
              </a:rPr>
              <a:t>EASY LIFT CREMA</a:t>
            </a:r>
            <a:endParaRPr lang="en-US" sz="2200" dirty="0"/>
          </a:p>
        </p:txBody>
      </p:sp>
      <p:sp>
        <p:nvSpPr>
          <p:cNvPr id="5" name="body-17"/>
          <p:cNvSpPr txBox="1"/>
          <p:nvPr/>
        </p:nvSpPr>
        <p:spPr>
          <a:xfrm>
            <a:off x="594360" y="1810512"/>
            <a:ext cx="6766560" cy="3108960"/>
          </a:xfrm>
          <a:prstGeom prst="rect">
            <a:avLst/>
          </a:prstGeom>
          <a:noFill/>
          <a:ln/>
        </p:spPr>
        <p:txBody>
          <a:bodyPr wrap="square" lIns="0" tIns="0" rIns="0" bIns="0" rtlCol="0" anchor="t"/>
          <a:lstStyle/>
          <a:p>
            <a:pPr marL="177800" indent="-177800">
              <a:spcBef>
                <a:spcPts val="500"/>
              </a:spcBef>
              <a:buSzPct val="100000"/>
              <a:buChar char="•"/>
            </a:pPr>
            <a:r>
              <a:rPr lang="en-US" sz="1500" dirty="0">
                <a:solidFill>
                  <a:srgbClr val="1D1D1D"/>
                </a:solidFill>
                <a:latin typeface="Times New Roman" pitchFamily="34" charset="0"/>
                <a:ea typeface="Times New Roman" pitchFamily="34" charset="-122"/>
                <a:cs typeface="Times New Roman" pitchFamily="34" charset="-120"/>
              </a:rPr>
              <a:t>Cremă decolorantă cu până la 7 tonuri de deschidere.</a:t>
            </a:r>
            <a:endParaRPr lang="en-US" sz="1500" dirty="0"/>
          </a:p>
          <a:p>
            <a:pPr marL="177800" indent="-177800">
              <a:spcBef>
                <a:spcPts val="500"/>
              </a:spcBef>
              <a:buSzPct val="100000"/>
              <a:buChar char="•"/>
            </a:pPr>
            <a:r>
              <a:rPr lang="en-US" sz="1500" dirty="0">
                <a:solidFill>
                  <a:srgbClr val="1D1D1D"/>
                </a:solidFill>
                <a:latin typeface="Times New Roman" pitchFamily="34" charset="0"/>
                <a:ea typeface="Times New Roman" pitchFamily="34" charset="-122"/>
                <a:cs typeface="Times New Roman" pitchFamily="34" charset="-120"/>
              </a:rPr>
              <a:t>Destinație de utilizare:</a:t>
            </a:r>
            <a:endParaRPr lang="en-US" sz="1500" dirty="0"/>
          </a:p>
          <a:p>
            <a:pPr marL="177800" indent="-177800">
              <a:buSzPct val="100000"/>
              <a:buChar char=" "/>
            </a:pPr>
            <a:r>
              <a:rPr lang="en-US" sz="1500" dirty="0">
                <a:solidFill>
                  <a:srgbClr val="1D1D1D"/>
                </a:solidFill>
                <a:latin typeface="Times New Roman" pitchFamily="34" charset="0"/>
                <a:ea typeface="Times New Roman" pitchFamily="34" charset="-122"/>
                <a:cs typeface="Times New Roman" pitchFamily="34" charset="-120"/>
              </a:rPr>
              <a:t>Servicii de deschidere/decolorare în contact cu scalpul. O textură care oferă control maxim și precizie în timpul aplicării.</a:t>
            </a:r>
            <a:endParaRPr lang="en-US" sz="1500" dirty="0"/>
          </a:p>
          <a:p>
            <a:pPr marL="177800" indent="-177800">
              <a:spcBef>
                <a:spcPts val="500"/>
              </a:spcBef>
              <a:buSzPct val="100000"/>
              <a:buChar char="•"/>
            </a:pPr>
            <a:r>
              <a:rPr lang="en-US" sz="1500" dirty="0">
                <a:solidFill>
                  <a:srgbClr val="1D1D1D"/>
                </a:solidFill>
                <a:latin typeface="Times New Roman" pitchFamily="34" charset="0"/>
                <a:ea typeface="Times New Roman" pitchFamily="34" charset="-122"/>
                <a:cs typeface="Times New Roman" pitchFamily="34" charset="-120"/>
              </a:rPr>
              <a:t>Putere de deschidere: până la 7 tonuri</a:t>
            </a:r>
            <a:endParaRPr lang="en-US" sz="1500" dirty="0"/>
          </a:p>
          <a:p>
            <a:pPr marL="177800" indent="-177800">
              <a:spcBef>
                <a:spcPts val="500"/>
              </a:spcBef>
              <a:buSzPct val="100000"/>
              <a:buChar char="•"/>
            </a:pPr>
            <a:r>
              <a:rPr lang="en-US" sz="1500" dirty="0">
                <a:solidFill>
                  <a:srgbClr val="1D1D1D"/>
                </a:solidFill>
                <a:latin typeface="Times New Roman" pitchFamily="34" charset="0"/>
                <a:ea typeface="Times New Roman" pitchFamily="34" charset="-122"/>
                <a:cs typeface="Times New Roman" pitchFamily="34" charset="-120"/>
              </a:rPr>
              <a:t>Volume recomandate: 5, 10, 20 vol.</a:t>
            </a:r>
            <a:endParaRPr lang="en-US" sz="1500" dirty="0"/>
          </a:p>
          <a:p>
            <a:pPr marL="177800" indent="-177800">
              <a:spcBef>
                <a:spcPts val="500"/>
              </a:spcBef>
              <a:buSzPct val="100000"/>
              <a:buChar char="•"/>
            </a:pPr>
            <a:r>
              <a:rPr lang="en-US" sz="1500" dirty="0">
                <a:solidFill>
                  <a:srgbClr val="1D1D1D"/>
                </a:solidFill>
                <a:latin typeface="Times New Roman" pitchFamily="34" charset="0"/>
                <a:ea typeface="Times New Roman" pitchFamily="34" charset="-122"/>
                <a:cs typeface="Times New Roman" pitchFamily="34" charset="-120"/>
              </a:rPr>
              <a:t>Raport standard de amestec: 1:1,5</a:t>
            </a:r>
            <a:endParaRPr lang="en-US" sz="1500" dirty="0"/>
          </a:p>
          <a:p>
            <a:pPr marL="177800" indent="-177800">
              <a:spcBef>
                <a:spcPts val="500"/>
              </a:spcBef>
              <a:buSzPct val="100000"/>
              <a:buChar char="•"/>
            </a:pPr>
            <a:r>
              <a:rPr lang="en-US" sz="1500" dirty="0">
                <a:solidFill>
                  <a:srgbClr val="1D1D1D"/>
                </a:solidFill>
                <a:latin typeface="Times New Roman" pitchFamily="34" charset="0"/>
                <a:ea typeface="Times New Roman" pitchFamily="34" charset="-122"/>
                <a:cs typeface="Times New Roman" pitchFamily="34" charset="-120"/>
              </a:rPr>
              <a:t>Rapoarte posibile de amestec: 1:1,5</a:t>
            </a:r>
            <a:endParaRPr lang="en-US" sz="1500" dirty="0"/>
          </a:p>
          <a:p>
            <a:pPr marL="177800" indent="-177800">
              <a:spcBef>
                <a:spcPts val="500"/>
              </a:spcBef>
              <a:buSzPct val="100000"/>
              <a:buChar char="•"/>
            </a:pPr>
            <a:r>
              <a:rPr lang="en-US" sz="1500" dirty="0">
                <a:solidFill>
                  <a:srgbClr val="1D1D1D"/>
                </a:solidFill>
                <a:latin typeface="Times New Roman" pitchFamily="34" charset="0"/>
                <a:ea typeface="Times New Roman" pitchFamily="34" charset="-122"/>
                <a:cs typeface="Times New Roman" pitchFamily="34" charset="-120"/>
              </a:rPr>
              <a:t>NOTĂ IMPORTANTĂ:</a:t>
            </a:r>
            <a:endParaRPr lang="en-US" sz="1500" dirty="0"/>
          </a:p>
          <a:p>
            <a:pPr marL="177800" indent="-177800">
              <a:buSzPct val="100000"/>
              <a:buChar char=" "/>
            </a:pPr>
            <a:r>
              <a:rPr lang="en-US" sz="1500" dirty="0">
                <a:solidFill>
                  <a:srgbClr val="1D1D1D"/>
                </a:solidFill>
                <a:latin typeface="Times New Roman" pitchFamily="34" charset="0"/>
                <a:ea typeface="Times New Roman" pitchFamily="34" charset="-122"/>
                <a:cs typeface="Times New Roman" pitchFamily="34" charset="-120"/>
              </a:rPr>
              <a:t>În timp, produsul se poate separa în interiorul tubului. Agitați înainte de utilizare.</a:t>
            </a:r>
            <a:endParaRPr lang="en-US" sz="1500" dirty="0"/>
          </a:p>
        </p:txBody>
      </p:sp>
      <p:sp>
        <p:nvSpPr>
          <p:cNvPr id="6" name="square-18"/>
          <p:cNvSpPr/>
          <p:nvPr/>
        </p:nvSpPr>
        <p:spPr>
          <a:xfrm>
            <a:off x="109728" y="4041648"/>
            <a:ext cx="384048" cy="384048"/>
          </a:xfrm>
          <a:prstGeom prst="rect">
            <a:avLst/>
          </a:prstGeom>
          <a:ln w="12700">
            <a:solidFill>
              <a:srgbClr val="3A3A3A"/>
            </a:solidFill>
            <a:prstDash val="solid"/>
          </a:ln>
        </p:spPr>
      </p:sp>
      <p:pic>
        <p:nvPicPr>
          <p:cNvPr id="7" name="product-19" descr="Easy Lift Cream">    </p:cNvPr>
          <p:cNvPicPr>
            <a:picLocks noChangeAspect="1"/>
          </p:cNvPicPr>
          <p:nvPr/>
        </p:nvPicPr>
        <p:blipFill>
          <a:blip r:embed="rId3"/>
          <a:stretch>
            <a:fillRect/>
          </a:stretch>
        </p:blipFill>
        <p:spPr>
          <a:xfrm>
            <a:off x="7726680" y="1783080"/>
            <a:ext cx="1056640" cy="27432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logo-20" descr="Alfaparf Milano Professional">    </p:cNvPr>
          <p:cNvPicPr>
            <a:picLocks noChangeAspect="1"/>
          </p:cNvPicPr>
          <p:nvPr/>
        </p:nvPicPr>
        <p:blipFill>
          <a:blip r:embed="rId1"/>
          <a:stretch>
            <a:fillRect/>
          </a:stretch>
        </p:blipFill>
        <p:spPr>
          <a:xfrm>
            <a:off x="475488" y="274320"/>
            <a:ext cx="1088904" cy="404849"/>
          </a:xfrm>
          <a:prstGeom prst="rect">
            <a:avLst/>
          </a:prstGeom>
        </p:spPr>
      </p:pic>
      <p:pic>
        <p:nvPicPr>
          <p:cNvPr id="3" name="bar-21" descr="/tmp/claude-0/-home-user-Blonde-ambition/70714d99-b13e-5886-9474-13d8c417726a/scratchpad/blondera/crops/bar_in.png">    </p:cNvPr>
          <p:cNvPicPr>
            <a:picLocks noChangeAspect="1"/>
          </p:cNvPicPr>
          <p:nvPr/>
        </p:nvPicPr>
        <p:blipFill>
          <a:blip r:embed="rId2"/>
          <a:stretch>
            <a:fillRect/>
          </a:stretch>
        </p:blipFill>
        <p:spPr>
          <a:xfrm>
            <a:off x="0" y="841248"/>
            <a:ext cx="2352311" cy="237325"/>
          </a:xfrm>
          <a:prstGeom prst="rect">
            <a:avLst/>
          </a:prstGeom>
        </p:spPr>
      </p:pic>
      <p:sp>
        <p:nvSpPr>
          <p:cNvPr id="4" name="title-22"/>
          <p:cNvSpPr txBox="1"/>
          <p:nvPr/>
        </p:nvSpPr>
        <p:spPr>
          <a:xfrm>
            <a:off x="594360" y="1371600"/>
            <a:ext cx="6858000" cy="411480"/>
          </a:xfrm>
          <a:prstGeom prst="rect">
            <a:avLst/>
          </a:prstGeom>
          <a:noFill/>
          <a:ln/>
        </p:spPr>
        <p:txBody>
          <a:bodyPr wrap="square" lIns="0" tIns="0" rIns="0" bIns="0" rtlCol="0" anchor="ctr"/>
          <a:lstStyle/>
          <a:p>
            <a:pPr indent="0" marL="0">
              <a:buNone/>
            </a:pPr>
            <a:r>
              <a:rPr lang="en-US" sz="2200" dirty="0">
                <a:solidFill>
                  <a:srgbClr val="23253C"/>
                </a:solidFill>
                <a:latin typeface="Times New Roman" pitchFamily="34" charset="0"/>
                <a:ea typeface="Times New Roman" pitchFamily="34" charset="-122"/>
                <a:cs typeface="Times New Roman" pitchFamily="34" charset="-120"/>
              </a:rPr>
              <a:t>EASY LIFT</a:t>
            </a:r>
            <a:endParaRPr lang="en-US" sz="2200" dirty="0"/>
          </a:p>
        </p:txBody>
      </p:sp>
      <p:sp>
        <p:nvSpPr>
          <p:cNvPr id="5" name="body-23"/>
          <p:cNvSpPr txBox="1"/>
          <p:nvPr/>
        </p:nvSpPr>
        <p:spPr>
          <a:xfrm>
            <a:off x="594360" y="1810512"/>
            <a:ext cx="6263640" cy="3017520"/>
          </a:xfrm>
          <a:prstGeom prst="rect">
            <a:avLst/>
          </a:prstGeom>
          <a:noFill/>
          <a:ln/>
        </p:spPr>
        <p:txBody>
          <a:bodyPr wrap="square" lIns="0" tIns="0" rIns="0" bIns="0" rtlCol="0" anchor="t"/>
          <a:lstStyle/>
          <a:p>
            <a:pPr marL="177800" indent="-177800">
              <a:spcBef>
                <a:spcPts val="500"/>
              </a:spcBef>
              <a:buSzPct val="100000"/>
              <a:buChar char="•"/>
            </a:pPr>
            <a:r>
              <a:rPr lang="en-US" sz="1500" dirty="0">
                <a:solidFill>
                  <a:srgbClr val="1D1D1D"/>
                </a:solidFill>
                <a:latin typeface="Times New Roman" pitchFamily="34" charset="0"/>
                <a:ea typeface="Times New Roman" pitchFamily="34" charset="-122"/>
                <a:cs typeface="Times New Roman" pitchFamily="34" charset="-120"/>
              </a:rPr>
              <a:t>Pudră decolorantă cu până la 7 tonuri de deschidere.</a:t>
            </a:r>
            <a:endParaRPr lang="en-US" sz="1500" dirty="0"/>
          </a:p>
          <a:p>
            <a:pPr marL="177800" indent="-177800">
              <a:spcBef>
                <a:spcPts val="500"/>
              </a:spcBef>
              <a:buSzPct val="100000"/>
              <a:buChar char="•"/>
            </a:pPr>
            <a:r>
              <a:rPr lang="en-US" sz="1500" dirty="0">
                <a:solidFill>
                  <a:srgbClr val="1D1D1D"/>
                </a:solidFill>
                <a:latin typeface="Times New Roman" pitchFamily="34" charset="0"/>
                <a:ea typeface="Times New Roman" pitchFamily="34" charset="-122"/>
                <a:cs typeface="Times New Roman" pitchFamily="34" charset="-120"/>
              </a:rPr>
              <a:t>Destinație de utilizare:</a:t>
            </a:r>
            <a:endParaRPr lang="en-US" sz="1500" dirty="0"/>
          </a:p>
          <a:p>
            <a:pPr marL="177800" indent="-177800">
              <a:buSzPct val="100000"/>
              <a:buChar char=" "/>
            </a:pPr>
            <a:r>
              <a:rPr lang="en-US" sz="1500" dirty="0">
                <a:solidFill>
                  <a:srgbClr val="1D1D1D"/>
                </a:solidFill>
                <a:latin typeface="Times New Roman" pitchFamily="34" charset="0"/>
                <a:ea typeface="Times New Roman" pitchFamily="34" charset="-122"/>
                <a:cs typeface="Times New Roman" pitchFamily="34" charset="-120"/>
              </a:rPr>
              <a:t>Produsul central al gamei de decolorare. Easy Lift este potrivit pentru toate tipurile de aplicare și pentru toate tipologiile de păr.</a:t>
            </a:r>
            <a:endParaRPr lang="en-US" sz="1500" dirty="0"/>
          </a:p>
          <a:p>
            <a:pPr marL="177800" indent="-177800">
              <a:spcBef>
                <a:spcPts val="500"/>
              </a:spcBef>
              <a:buSzPct val="100000"/>
              <a:buChar char="•"/>
            </a:pPr>
            <a:r>
              <a:rPr lang="en-US" sz="1500" dirty="0">
                <a:solidFill>
                  <a:srgbClr val="1D1D1D"/>
                </a:solidFill>
                <a:latin typeface="Times New Roman" pitchFamily="34" charset="0"/>
                <a:ea typeface="Times New Roman" pitchFamily="34" charset="-122"/>
                <a:cs typeface="Times New Roman" pitchFamily="34" charset="-120"/>
              </a:rPr>
              <a:t>Putere de deschidere: până la 7 tonuri</a:t>
            </a:r>
            <a:endParaRPr lang="en-US" sz="1500" dirty="0"/>
          </a:p>
          <a:p>
            <a:pPr marL="177800" indent="-177800">
              <a:spcBef>
                <a:spcPts val="500"/>
              </a:spcBef>
              <a:buSzPct val="100000"/>
              <a:buChar char="•"/>
            </a:pPr>
            <a:r>
              <a:rPr lang="en-US" sz="1500" dirty="0">
                <a:solidFill>
                  <a:srgbClr val="1D1D1D"/>
                </a:solidFill>
                <a:latin typeface="Times New Roman" pitchFamily="34" charset="0"/>
                <a:ea typeface="Times New Roman" pitchFamily="34" charset="-122"/>
                <a:cs typeface="Times New Roman" pitchFamily="34" charset="-120"/>
              </a:rPr>
              <a:t>Se utilizează cu: 5, 10, 20, 30, 40 vol.</a:t>
            </a:r>
            <a:endParaRPr lang="en-US" sz="1500" dirty="0"/>
          </a:p>
          <a:p>
            <a:pPr marL="177800" indent="-177800">
              <a:spcBef>
                <a:spcPts val="500"/>
              </a:spcBef>
              <a:buSzPct val="100000"/>
              <a:buChar char="•"/>
            </a:pPr>
            <a:r>
              <a:rPr lang="en-US" sz="1500" dirty="0">
                <a:solidFill>
                  <a:srgbClr val="1D1D1D"/>
                </a:solidFill>
                <a:latin typeface="Times New Roman" pitchFamily="34" charset="0"/>
                <a:ea typeface="Times New Roman" pitchFamily="34" charset="-122"/>
                <a:cs typeface="Times New Roman" pitchFamily="34" charset="-120"/>
              </a:rPr>
              <a:t>Raport standard de amestec: 1:2</a:t>
            </a:r>
            <a:endParaRPr lang="en-US" sz="1500" dirty="0"/>
          </a:p>
          <a:p>
            <a:pPr marL="177800" indent="-177800">
              <a:spcBef>
                <a:spcPts val="500"/>
              </a:spcBef>
              <a:buSzPct val="100000"/>
              <a:buChar char="•"/>
            </a:pPr>
            <a:r>
              <a:rPr lang="en-US" sz="1500" dirty="0">
                <a:solidFill>
                  <a:srgbClr val="1D1D1D"/>
                </a:solidFill>
                <a:latin typeface="Times New Roman" pitchFamily="34" charset="0"/>
                <a:ea typeface="Times New Roman" pitchFamily="34" charset="-122"/>
                <a:cs typeface="Times New Roman" pitchFamily="34" charset="-120"/>
              </a:rPr>
              <a:t>Rapoarte posibile de amestec: de la 1:1,5 până la 1:2.</a:t>
            </a:r>
            <a:endParaRPr lang="en-US" sz="1500" dirty="0"/>
          </a:p>
        </p:txBody>
      </p:sp>
      <p:pic>
        <p:nvPicPr>
          <p:cNvPr id="6" name="product-24" descr="EASY LIFT">    </p:cNvPr>
          <p:cNvPicPr>
            <a:picLocks noChangeAspect="1"/>
          </p:cNvPicPr>
          <p:nvPr/>
        </p:nvPicPr>
        <p:blipFill>
          <a:blip r:embed="rId3"/>
          <a:stretch>
            <a:fillRect/>
          </a:stretch>
        </p:blipFill>
        <p:spPr>
          <a:xfrm>
            <a:off x="6995160" y="2514600"/>
            <a:ext cx="2061058" cy="224028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logo-25" descr="Alfaparf Milano Professional">    </p:cNvPr>
          <p:cNvPicPr>
            <a:picLocks noChangeAspect="1"/>
          </p:cNvPicPr>
          <p:nvPr/>
        </p:nvPicPr>
        <p:blipFill>
          <a:blip r:embed="rId1"/>
          <a:stretch>
            <a:fillRect/>
          </a:stretch>
        </p:blipFill>
        <p:spPr>
          <a:xfrm>
            <a:off x="475488" y="274320"/>
            <a:ext cx="1088904" cy="404849"/>
          </a:xfrm>
          <a:prstGeom prst="rect">
            <a:avLst/>
          </a:prstGeom>
        </p:spPr>
      </p:pic>
      <p:pic>
        <p:nvPicPr>
          <p:cNvPr id="3" name="bar-26" descr="/tmp/claude-0/-home-user-Blonde-ambition/70714d99-b13e-5886-9474-13d8c417726a/scratchpad/blondera/crops/bar_in.png">    </p:cNvPr>
          <p:cNvPicPr>
            <a:picLocks noChangeAspect="1"/>
          </p:cNvPicPr>
          <p:nvPr/>
        </p:nvPicPr>
        <p:blipFill>
          <a:blip r:embed="rId2"/>
          <a:stretch>
            <a:fillRect/>
          </a:stretch>
        </p:blipFill>
        <p:spPr>
          <a:xfrm>
            <a:off x="0" y="841248"/>
            <a:ext cx="2352311" cy="237325"/>
          </a:xfrm>
          <a:prstGeom prst="rect">
            <a:avLst/>
          </a:prstGeom>
        </p:spPr>
      </p:pic>
      <p:sp>
        <p:nvSpPr>
          <p:cNvPr id="4" name="title-27"/>
          <p:cNvSpPr txBox="1"/>
          <p:nvPr/>
        </p:nvSpPr>
        <p:spPr>
          <a:xfrm>
            <a:off x="594360" y="1371600"/>
            <a:ext cx="6858000" cy="411480"/>
          </a:xfrm>
          <a:prstGeom prst="rect">
            <a:avLst/>
          </a:prstGeom>
          <a:noFill/>
          <a:ln/>
        </p:spPr>
        <p:txBody>
          <a:bodyPr wrap="square" lIns="0" tIns="0" rIns="0" bIns="0" rtlCol="0" anchor="ctr"/>
          <a:lstStyle/>
          <a:p>
            <a:pPr indent="0" marL="0">
              <a:buNone/>
            </a:pPr>
            <a:r>
              <a:rPr lang="en-US" sz="2200" dirty="0">
                <a:solidFill>
                  <a:srgbClr val="23253C"/>
                </a:solidFill>
                <a:latin typeface="Times New Roman" pitchFamily="34" charset="0"/>
                <a:ea typeface="Times New Roman" pitchFamily="34" charset="-122"/>
                <a:cs typeface="Times New Roman" pitchFamily="34" charset="-120"/>
              </a:rPr>
              <a:t>FREE STYLE LIFT</a:t>
            </a:r>
            <a:endParaRPr lang="en-US" sz="2200" dirty="0"/>
          </a:p>
        </p:txBody>
      </p:sp>
      <p:sp>
        <p:nvSpPr>
          <p:cNvPr id="5" name="body-28"/>
          <p:cNvSpPr txBox="1"/>
          <p:nvPr/>
        </p:nvSpPr>
        <p:spPr>
          <a:xfrm>
            <a:off x="594360" y="1810512"/>
            <a:ext cx="6263640" cy="3017520"/>
          </a:xfrm>
          <a:prstGeom prst="rect">
            <a:avLst/>
          </a:prstGeom>
          <a:noFill/>
          <a:ln/>
        </p:spPr>
        <p:txBody>
          <a:bodyPr wrap="square" lIns="0" tIns="0" rIns="0" bIns="0" rtlCol="0" anchor="t"/>
          <a:lstStyle/>
          <a:p>
            <a:pPr marL="177800" indent="-177800">
              <a:spcBef>
                <a:spcPts val="500"/>
              </a:spcBef>
              <a:buSzPct val="100000"/>
              <a:buChar char="•"/>
            </a:pPr>
            <a:r>
              <a:rPr lang="en-US" sz="1500" dirty="0">
                <a:solidFill>
                  <a:srgbClr val="1D1D1D"/>
                </a:solidFill>
                <a:latin typeface="Times New Roman" pitchFamily="34" charset="0"/>
                <a:ea typeface="Times New Roman" pitchFamily="34" charset="-122"/>
                <a:cs typeface="Times New Roman" pitchFamily="34" charset="-120"/>
              </a:rPr>
              <a:t>Pudră decolorantă cu argilă, cu până la 7 tonuri de deschidere.</a:t>
            </a:r>
            <a:endParaRPr lang="en-US" sz="1500" dirty="0"/>
          </a:p>
          <a:p>
            <a:pPr marL="177800" indent="-177800">
              <a:spcBef>
                <a:spcPts val="500"/>
              </a:spcBef>
              <a:buSzPct val="100000"/>
              <a:buChar char="•"/>
            </a:pPr>
            <a:r>
              <a:rPr lang="en-US" sz="1500" dirty="0">
                <a:solidFill>
                  <a:srgbClr val="1D1D1D"/>
                </a:solidFill>
                <a:latin typeface="Times New Roman" pitchFamily="34" charset="0"/>
                <a:ea typeface="Times New Roman" pitchFamily="34" charset="-122"/>
                <a:cs typeface="Times New Roman" pitchFamily="34" charset="-120"/>
              </a:rPr>
              <a:t>Destinație de utilizare:</a:t>
            </a:r>
            <a:endParaRPr lang="en-US" sz="1500" dirty="0"/>
          </a:p>
          <a:p>
            <a:pPr marL="177800" indent="-177800">
              <a:buSzPct val="100000"/>
              <a:buChar char=" "/>
            </a:pPr>
            <a:r>
              <a:rPr lang="en-US" sz="1500" dirty="0">
                <a:solidFill>
                  <a:srgbClr val="1D1D1D"/>
                </a:solidFill>
                <a:latin typeface="Times New Roman" pitchFamily="34" charset="0"/>
                <a:ea typeface="Times New Roman" pitchFamily="34" charset="-122"/>
                <a:cs typeface="Times New Roman" pitchFamily="34" charset="-120"/>
              </a:rPr>
              <a:t>Tehnici de deschidere/decolorare freehand. Textura pe bază de argilă se întărește la exterior, rămânând moale la interior. Șuvițele dorite continuă să se deschidă, în timp ce părul din jur este protejat, fără necesitatea utilizării foliilor sau a altor suporturi.</a:t>
            </a:r>
            <a:endParaRPr lang="en-US" sz="1500" dirty="0"/>
          </a:p>
          <a:p>
            <a:pPr marL="177800" indent="-177800">
              <a:spcBef>
                <a:spcPts val="500"/>
              </a:spcBef>
              <a:buSzPct val="100000"/>
              <a:buChar char="•"/>
            </a:pPr>
            <a:r>
              <a:rPr lang="en-US" sz="1500" dirty="0">
                <a:solidFill>
                  <a:srgbClr val="1D1D1D"/>
                </a:solidFill>
                <a:latin typeface="Times New Roman" pitchFamily="34" charset="0"/>
                <a:ea typeface="Times New Roman" pitchFamily="34" charset="-122"/>
                <a:cs typeface="Times New Roman" pitchFamily="34" charset="-120"/>
              </a:rPr>
              <a:t>Putere de deschidere: până la 7 tonuri</a:t>
            </a:r>
            <a:endParaRPr lang="en-US" sz="1500" dirty="0"/>
          </a:p>
          <a:p>
            <a:pPr marL="177800" indent="-177800">
              <a:spcBef>
                <a:spcPts val="500"/>
              </a:spcBef>
              <a:buSzPct val="100000"/>
              <a:buChar char="•"/>
            </a:pPr>
            <a:r>
              <a:rPr lang="en-US" sz="1500" dirty="0">
                <a:solidFill>
                  <a:srgbClr val="1D1D1D"/>
                </a:solidFill>
                <a:latin typeface="Times New Roman" pitchFamily="34" charset="0"/>
                <a:ea typeface="Times New Roman" pitchFamily="34" charset="-122"/>
                <a:cs typeface="Times New Roman" pitchFamily="34" charset="-120"/>
              </a:rPr>
              <a:t>Se utilizează cu: 5, 10, 20, 30, 40 vol.</a:t>
            </a:r>
            <a:endParaRPr lang="en-US" sz="1500" dirty="0"/>
          </a:p>
          <a:p>
            <a:pPr marL="177800" indent="-177800">
              <a:spcBef>
                <a:spcPts val="500"/>
              </a:spcBef>
              <a:buSzPct val="100000"/>
              <a:buChar char="•"/>
            </a:pPr>
            <a:r>
              <a:rPr lang="en-US" sz="1500" dirty="0">
                <a:solidFill>
                  <a:srgbClr val="1D1D1D"/>
                </a:solidFill>
                <a:latin typeface="Times New Roman" pitchFamily="34" charset="0"/>
                <a:ea typeface="Times New Roman" pitchFamily="34" charset="-122"/>
                <a:cs typeface="Times New Roman" pitchFamily="34" charset="-120"/>
              </a:rPr>
              <a:t>Raport standard de amestec: 1:1</a:t>
            </a:r>
            <a:endParaRPr lang="en-US" sz="1500" dirty="0"/>
          </a:p>
          <a:p>
            <a:pPr marL="177800" indent="-177800">
              <a:spcBef>
                <a:spcPts val="500"/>
              </a:spcBef>
              <a:buSzPct val="100000"/>
              <a:buChar char="•"/>
            </a:pPr>
            <a:r>
              <a:rPr lang="en-US" sz="1500" dirty="0">
                <a:solidFill>
                  <a:srgbClr val="1D1D1D"/>
                </a:solidFill>
                <a:latin typeface="Times New Roman" pitchFamily="34" charset="0"/>
                <a:ea typeface="Times New Roman" pitchFamily="34" charset="-122"/>
                <a:cs typeface="Times New Roman" pitchFamily="34" charset="-120"/>
              </a:rPr>
              <a:t>Rapoarte posibile de amestec: 1:1.</a:t>
            </a:r>
            <a:endParaRPr lang="en-US" sz="1500" dirty="0"/>
          </a:p>
        </p:txBody>
      </p:sp>
      <p:pic>
        <p:nvPicPr>
          <p:cNvPr id="6" name="product-29" descr="FREE STYLE LIFT">    </p:cNvPr>
          <p:cNvPicPr>
            <a:picLocks noChangeAspect="1"/>
          </p:cNvPicPr>
          <p:nvPr/>
        </p:nvPicPr>
        <p:blipFill>
          <a:blip r:embed="rId3"/>
          <a:stretch>
            <a:fillRect/>
          </a:stretch>
        </p:blipFill>
        <p:spPr>
          <a:xfrm>
            <a:off x="6995160" y="2514600"/>
            <a:ext cx="2036618" cy="224028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logo-30" descr="Alfaparf Milano Professional">    </p:cNvPr>
          <p:cNvPicPr>
            <a:picLocks noChangeAspect="1"/>
          </p:cNvPicPr>
          <p:nvPr/>
        </p:nvPicPr>
        <p:blipFill>
          <a:blip r:embed="rId1"/>
          <a:stretch>
            <a:fillRect/>
          </a:stretch>
        </p:blipFill>
        <p:spPr>
          <a:xfrm>
            <a:off x="475488" y="274320"/>
            <a:ext cx="1088904" cy="404849"/>
          </a:xfrm>
          <a:prstGeom prst="rect">
            <a:avLst/>
          </a:prstGeom>
        </p:spPr>
      </p:pic>
      <p:pic>
        <p:nvPicPr>
          <p:cNvPr id="3" name="bar-31" descr="/tmp/claude-0/-home-user-Blonde-ambition/70714d99-b13e-5886-9474-13d8c417726a/scratchpad/blondera/crops/bar_in.png">    </p:cNvPr>
          <p:cNvPicPr>
            <a:picLocks noChangeAspect="1"/>
          </p:cNvPicPr>
          <p:nvPr/>
        </p:nvPicPr>
        <p:blipFill>
          <a:blip r:embed="rId2"/>
          <a:stretch>
            <a:fillRect/>
          </a:stretch>
        </p:blipFill>
        <p:spPr>
          <a:xfrm>
            <a:off x="0" y="841248"/>
            <a:ext cx="2352311" cy="237325"/>
          </a:xfrm>
          <a:prstGeom prst="rect">
            <a:avLst/>
          </a:prstGeom>
        </p:spPr>
      </p:pic>
      <p:sp>
        <p:nvSpPr>
          <p:cNvPr id="4" name="title-32"/>
          <p:cNvSpPr txBox="1"/>
          <p:nvPr/>
        </p:nvSpPr>
        <p:spPr>
          <a:xfrm>
            <a:off x="594360" y="1371600"/>
            <a:ext cx="6858000" cy="411480"/>
          </a:xfrm>
          <a:prstGeom prst="rect">
            <a:avLst/>
          </a:prstGeom>
          <a:noFill/>
          <a:ln/>
        </p:spPr>
        <p:txBody>
          <a:bodyPr wrap="square" lIns="0" tIns="0" rIns="0" bIns="0" rtlCol="0" anchor="ctr"/>
          <a:lstStyle/>
          <a:p>
            <a:pPr indent="0" marL="0">
              <a:buNone/>
            </a:pPr>
            <a:r>
              <a:rPr lang="en-US" sz="2200" dirty="0">
                <a:solidFill>
                  <a:srgbClr val="23253C"/>
                </a:solidFill>
                <a:latin typeface="Times New Roman" pitchFamily="34" charset="0"/>
                <a:ea typeface="Times New Roman" pitchFamily="34" charset="-122"/>
                <a:cs typeface="Times New Roman" pitchFamily="34" charset="-120"/>
              </a:rPr>
              <a:t>HIGH LIFT</a:t>
            </a:r>
            <a:endParaRPr lang="en-US" sz="2200" dirty="0"/>
          </a:p>
        </p:txBody>
      </p:sp>
      <p:sp>
        <p:nvSpPr>
          <p:cNvPr id="5" name="body-33"/>
          <p:cNvSpPr txBox="1"/>
          <p:nvPr/>
        </p:nvSpPr>
        <p:spPr>
          <a:xfrm>
            <a:off x="594360" y="1810512"/>
            <a:ext cx="6263640" cy="3017520"/>
          </a:xfrm>
          <a:prstGeom prst="rect">
            <a:avLst/>
          </a:prstGeom>
          <a:noFill/>
          <a:ln/>
        </p:spPr>
        <p:txBody>
          <a:bodyPr wrap="square" lIns="0" tIns="0" rIns="0" bIns="0" rtlCol="0" anchor="t"/>
          <a:lstStyle/>
          <a:p>
            <a:pPr marL="177800" indent="-177800">
              <a:spcBef>
                <a:spcPts val="500"/>
              </a:spcBef>
              <a:buSzPct val="100000"/>
              <a:buChar char="•"/>
            </a:pPr>
            <a:r>
              <a:rPr lang="en-US" sz="1500" dirty="0">
                <a:solidFill>
                  <a:srgbClr val="1D1D1D"/>
                </a:solidFill>
                <a:latin typeface="Times New Roman" pitchFamily="34" charset="0"/>
                <a:ea typeface="Times New Roman" pitchFamily="34" charset="-122"/>
                <a:cs typeface="Times New Roman" pitchFamily="34" charset="-120"/>
              </a:rPr>
              <a:t>Pudră decolorantă cu până la 9 tonuri de deschidere.</a:t>
            </a:r>
            <a:endParaRPr lang="en-US" sz="1500" dirty="0"/>
          </a:p>
          <a:p>
            <a:pPr marL="177800" indent="-177800">
              <a:spcBef>
                <a:spcPts val="500"/>
              </a:spcBef>
              <a:buSzPct val="100000"/>
              <a:buChar char="•"/>
            </a:pPr>
            <a:r>
              <a:rPr lang="en-US" sz="1500" dirty="0">
                <a:solidFill>
                  <a:srgbClr val="1D1D1D"/>
                </a:solidFill>
                <a:latin typeface="Times New Roman" pitchFamily="34" charset="0"/>
                <a:ea typeface="Times New Roman" pitchFamily="34" charset="-122"/>
                <a:cs typeface="Times New Roman" pitchFamily="34" charset="-120"/>
              </a:rPr>
              <a:t>Destinație de utilizare:</a:t>
            </a:r>
            <a:endParaRPr lang="en-US" sz="1500" dirty="0"/>
          </a:p>
          <a:p>
            <a:pPr marL="177800" indent="-177800">
              <a:buSzPct val="100000"/>
              <a:buChar char=" "/>
            </a:pPr>
            <a:r>
              <a:rPr lang="en-US" sz="1500" dirty="0">
                <a:solidFill>
                  <a:srgbClr val="1D1D1D"/>
                </a:solidFill>
                <a:latin typeface="Times New Roman" pitchFamily="34" charset="0"/>
                <a:ea typeface="Times New Roman" pitchFamily="34" charset="-122"/>
                <a:cs typeface="Times New Roman" pitchFamily="34" charset="-120"/>
              </a:rPr>
              <a:t>Pentru situațiile în care este necesară o putere mai mare de deschidere. Ideală pentru corecțiile cosmetice de culoare.</a:t>
            </a:r>
            <a:endParaRPr lang="en-US" sz="1500" dirty="0"/>
          </a:p>
          <a:p>
            <a:pPr marL="177800" indent="-177800">
              <a:spcBef>
                <a:spcPts val="500"/>
              </a:spcBef>
              <a:buSzPct val="100000"/>
              <a:buChar char="•"/>
            </a:pPr>
            <a:r>
              <a:rPr lang="en-US" sz="1500" dirty="0">
                <a:solidFill>
                  <a:srgbClr val="1D1D1D"/>
                </a:solidFill>
                <a:latin typeface="Times New Roman" pitchFamily="34" charset="0"/>
                <a:ea typeface="Times New Roman" pitchFamily="34" charset="-122"/>
                <a:cs typeface="Times New Roman" pitchFamily="34" charset="-120"/>
              </a:rPr>
              <a:t>Putere de deschidere: până la 9 tonuri</a:t>
            </a:r>
            <a:endParaRPr lang="en-US" sz="1500" dirty="0"/>
          </a:p>
          <a:p>
            <a:pPr marL="177800" indent="-177800">
              <a:spcBef>
                <a:spcPts val="500"/>
              </a:spcBef>
              <a:buSzPct val="100000"/>
              <a:buChar char="•"/>
            </a:pPr>
            <a:r>
              <a:rPr lang="en-US" sz="1500" dirty="0">
                <a:solidFill>
                  <a:srgbClr val="1D1D1D"/>
                </a:solidFill>
                <a:latin typeface="Times New Roman" pitchFamily="34" charset="0"/>
                <a:ea typeface="Times New Roman" pitchFamily="34" charset="-122"/>
                <a:cs typeface="Times New Roman" pitchFamily="34" charset="-120"/>
              </a:rPr>
              <a:t>Se utilizează cu: 20, 30 vol.</a:t>
            </a:r>
            <a:endParaRPr lang="en-US" sz="1500" dirty="0"/>
          </a:p>
          <a:p>
            <a:pPr marL="177800" indent="-177800">
              <a:spcBef>
                <a:spcPts val="500"/>
              </a:spcBef>
              <a:buSzPct val="100000"/>
              <a:buChar char="•"/>
            </a:pPr>
            <a:r>
              <a:rPr lang="en-US" sz="1500" dirty="0">
                <a:solidFill>
                  <a:srgbClr val="1D1D1D"/>
                </a:solidFill>
                <a:latin typeface="Times New Roman" pitchFamily="34" charset="0"/>
                <a:ea typeface="Times New Roman" pitchFamily="34" charset="-122"/>
                <a:cs typeface="Times New Roman" pitchFamily="34" charset="-120"/>
              </a:rPr>
              <a:t>Raport standard de amestec: 1:2</a:t>
            </a:r>
            <a:endParaRPr lang="en-US" sz="1500" dirty="0"/>
          </a:p>
          <a:p>
            <a:pPr marL="177800" indent="-177800">
              <a:spcBef>
                <a:spcPts val="500"/>
              </a:spcBef>
              <a:buSzPct val="100000"/>
              <a:buChar char="•"/>
            </a:pPr>
            <a:r>
              <a:rPr lang="en-US" sz="1500" dirty="0">
                <a:solidFill>
                  <a:srgbClr val="1D1D1D"/>
                </a:solidFill>
                <a:latin typeface="Times New Roman" pitchFamily="34" charset="0"/>
                <a:ea typeface="Times New Roman" pitchFamily="34" charset="-122"/>
                <a:cs typeface="Times New Roman" pitchFamily="34" charset="-120"/>
              </a:rPr>
              <a:t>Rapoarte posibile de amestec: de la 1:1,5 până la 1:2.</a:t>
            </a:r>
            <a:endParaRPr lang="en-US" sz="1500" dirty="0"/>
          </a:p>
        </p:txBody>
      </p:sp>
      <p:pic>
        <p:nvPicPr>
          <p:cNvPr id="6" name="product-34" descr="HIGH LIFT">    </p:cNvPr>
          <p:cNvPicPr>
            <a:picLocks noChangeAspect="1"/>
          </p:cNvPicPr>
          <p:nvPr/>
        </p:nvPicPr>
        <p:blipFill>
          <a:blip r:embed="rId3"/>
          <a:stretch>
            <a:fillRect/>
          </a:stretch>
        </p:blipFill>
        <p:spPr>
          <a:xfrm>
            <a:off x="6995160" y="2514600"/>
            <a:ext cx="2040085" cy="224028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logo-35" descr="Alfaparf Milano Professional">    </p:cNvPr>
          <p:cNvPicPr>
            <a:picLocks noChangeAspect="1"/>
          </p:cNvPicPr>
          <p:nvPr/>
        </p:nvPicPr>
        <p:blipFill>
          <a:blip r:embed="rId1"/>
          <a:stretch>
            <a:fillRect/>
          </a:stretch>
        </p:blipFill>
        <p:spPr>
          <a:xfrm>
            <a:off x="475488" y="274320"/>
            <a:ext cx="1088904" cy="404849"/>
          </a:xfrm>
          <a:prstGeom prst="rect">
            <a:avLst/>
          </a:prstGeom>
        </p:spPr>
      </p:pic>
      <p:pic>
        <p:nvPicPr>
          <p:cNvPr id="3" name="bar-36" descr="/tmp/claude-0/-home-user-Blonde-ambition/70714d99-b13e-5886-9474-13d8c417726a/scratchpad/blondera/crops/bar_in.png">    </p:cNvPr>
          <p:cNvPicPr>
            <a:picLocks noChangeAspect="1"/>
          </p:cNvPicPr>
          <p:nvPr/>
        </p:nvPicPr>
        <p:blipFill>
          <a:blip r:embed="rId2"/>
          <a:stretch>
            <a:fillRect/>
          </a:stretch>
        </p:blipFill>
        <p:spPr>
          <a:xfrm>
            <a:off x="0" y="841248"/>
            <a:ext cx="2352311" cy="237325"/>
          </a:xfrm>
          <a:prstGeom prst="rect">
            <a:avLst/>
          </a:prstGeom>
        </p:spPr>
      </p:pic>
      <p:sp>
        <p:nvSpPr>
          <p:cNvPr id="4" name="title-37"/>
          <p:cNvSpPr txBox="1"/>
          <p:nvPr/>
        </p:nvSpPr>
        <p:spPr>
          <a:xfrm>
            <a:off x="594360" y="1371600"/>
            <a:ext cx="6858000" cy="411480"/>
          </a:xfrm>
          <a:prstGeom prst="rect">
            <a:avLst/>
          </a:prstGeom>
          <a:noFill/>
          <a:ln/>
        </p:spPr>
        <p:txBody>
          <a:bodyPr wrap="square" lIns="0" tIns="0" rIns="0" bIns="0" rtlCol="0" anchor="ctr"/>
          <a:lstStyle/>
          <a:p>
            <a:pPr indent="0" marL="0">
              <a:buNone/>
            </a:pPr>
            <a:r>
              <a:rPr lang="en-US" sz="2200" dirty="0">
                <a:solidFill>
                  <a:srgbClr val="23253C"/>
                </a:solidFill>
                <a:latin typeface="Times New Roman" pitchFamily="34" charset="0"/>
                <a:ea typeface="Times New Roman" pitchFamily="34" charset="-122"/>
                <a:cs typeface="Times New Roman" pitchFamily="34" charset="-120"/>
              </a:rPr>
              <a:t>VIOLET HIGH LIFT</a:t>
            </a:r>
            <a:endParaRPr lang="en-US" sz="2200" dirty="0"/>
          </a:p>
        </p:txBody>
      </p:sp>
      <p:sp>
        <p:nvSpPr>
          <p:cNvPr id="5" name="body-38"/>
          <p:cNvSpPr txBox="1"/>
          <p:nvPr/>
        </p:nvSpPr>
        <p:spPr>
          <a:xfrm>
            <a:off x="594360" y="1810512"/>
            <a:ext cx="6263640" cy="3017520"/>
          </a:xfrm>
          <a:prstGeom prst="rect">
            <a:avLst/>
          </a:prstGeom>
          <a:noFill/>
          <a:ln/>
        </p:spPr>
        <p:txBody>
          <a:bodyPr wrap="square" lIns="0" tIns="0" rIns="0" bIns="0" rtlCol="0" anchor="t"/>
          <a:lstStyle/>
          <a:p>
            <a:pPr marL="177800" indent="-177800">
              <a:spcBef>
                <a:spcPts val="500"/>
              </a:spcBef>
              <a:buSzPct val="100000"/>
              <a:buChar char="•"/>
            </a:pPr>
            <a:r>
              <a:rPr lang="en-US" sz="1500" dirty="0">
                <a:solidFill>
                  <a:srgbClr val="1D1D1D"/>
                </a:solidFill>
                <a:latin typeface="Times New Roman" pitchFamily="34" charset="0"/>
                <a:ea typeface="Times New Roman" pitchFamily="34" charset="-122"/>
                <a:cs typeface="Times New Roman" pitchFamily="34" charset="-120"/>
              </a:rPr>
              <a:t>Pudră decolorantă cu până la 9 tonuri de deschidere, cu pigment neutralizant.</a:t>
            </a:r>
            <a:endParaRPr lang="en-US" sz="1500" dirty="0"/>
          </a:p>
          <a:p>
            <a:pPr marL="177800" indent="-177800">
              <a:spcBef>
                <a:spcPts val="500"/>
              </a:spcBef>
              <a:buSzPct val="100000"/>
              <a:buChar char="•"/>
            </a:pPr>
            <a:r>
              <a:rPr lang="en-US" sz="1500" dirty="0">
                <a:solidFill>
                  <a:srgbClr val="1D1D1D"/>
                </a:solidFill>
                <a:latin typeface="Times New Roman" pitchFamily="34" charset="0"/>
                <a:ea typeface="Times New Roman" pitchFamily="34" charset="-122"/>
                <a:cs typeface="Times New Roman" pitchFamily="34" charset="-120"/>
              </a:rPr>
              <a:t>Destinație de utilizare:</a:t>
            </a:r>
            <a:endParaRPr lang="en-US" sz="1500" dirty="0"/>
          </a:p>
          <a:p>
            <a:pPr marL="177800" indent="-177800">
              <a:buSzPct val="100000"/>
              <a:buChar char=" "/>
            </a:pPr>
            <a:r>
              <a:rPr lang="en-US" sz="1500" dirty="0">
                <a:solidFill>
                  <a:srgbClr val="1D1D1D"/>
                </a:solidFill>
                <a:latin typeface="Times New Roman" pitchFamily="34" charset="0"/>
                <a:ea typeface="Times New Roman" pitchFamily="34" charset="-122"/>
                <a:cs typeface="Times New Roman" pitchFamily="34" charset="-120"/>
              </a:rPr>
              <a:t>Pentru situațiile în care este necesară o putere mai mare de deschidere, cu un rezultat mai puțin galben. Ideală pentru bazele naturale foarte închise.</a:t>
            </a:r>
            <a:endParaRPr lang="en-US" sz="1500" dirty="0"/>
          </a:p>
          <a:p>
            <a:pPr marL="177800" indent="-177800">
              <a:spcBef>
                <a:spcPts val="500"/>
              </a:spcBef>
              <a:buSzPct val="100000"/>
              <a:buChar char="•"/>
            </a:pPr>
            <a:r>
              <a:rPr lang="en-US" sz="1500" dirty="0">
                <a:solidFill>
                  <a:srgbClr val="1D1D1D"/>
                </a:solidFill>
                <a:latin typeface="Times New Roman" pitchFamily="34" charset="0"/>
                <a:ea typeface="Times New Roman" pitchFamily="34" charset="-122"/>
                <a:cs typeface="Times New Roman" pitchFamily="34" charset="-120"/>
              </a:rPr>
              <a:t>Putere de deschidere: până la 9 tonuri</a:t>
            </a:r>
            <a:endParaRPr lang="en-US" sz="1500" dirty="0"/>
          </a:p>
          <a:p>
            <a:pPr marL="177800" indent="-177800">
              <a:spcBef>
                <a:spcPts val="500"/>
              </a:spcBef>
              <a:buSzPct val="100000"/>
              <a:buChar char="•"/>
            </a:pPr>
            <a:r>
              <a:rPr lang="en-US" sz="1500" dirty="0">
                <a:solidFill>
                  <a:srgbClr val="1D1D1D"/>
                </a:solidFill>
                <a:latin typeface="Times New Roman" pitchFamily="34" charset="0"/>
                <a:ea typeface="Times New Roman" pitchFamily="34" charset="-122"/>
                <a:cs typeface="Times New Roman" pitchFamily="34" charset="-120"/>
              </a:rPr>
              <a:t>Se utilizează cu: 20, 30 vol.</a:t>
            </a:r>
            <a:endParaRPr lang="en-US" sz="1500" dirty="0"/>
          </a:p>
          <a:p>
            <a:pPr marL="177800" indent="-177800">
              <a:spcBef>
                <a:spcPts val="500"/>
              </a:spcBef>
              <a:buSzPct val="100000"/>
              <a:buChar char="•"/>
            </a:pPr>
            <a:r>
              <a:rPr lang="en-US" sz="1500" dirty="0">
                <a:solidFill>
                  <a:srgbClr val="1D1D1D"/>
                </a:solidFill>
                <a:latin typeface="Times New Roman" pitchFamily="34" charset="0"/>
                <a:ea typeface="Times New Roman" pitchFamily="34" charset="-122"/>
                <a:cs typeface="Times New Roman" pitchFamily="34" charset="-120"/>
              </a:rPr>
              <a:t>Raport standard de amestec: 1:2</a:t>
            </a:r>
            <a:endParaRPr lang="en-US" sz="1500" dirty="0"/>
          </a:p>
          <a:p>
            <a:pPr marL="177800" indent="-177800">
              <a:spcBef>
                <a:spcPts val="500"/>
              </a:spcBef>
              <a:buSzPct val="100000"/>
              <a:buChar char="•"/>
            </a:pPr>
            <a:r>
              <a:rPr lang="en-US" sz="1500" dirty="0">
                <a:solidFill>
                  <a:srgbClr val="1D1D1D"/>
                </a:solidFill>
                <a:latin typeface="Times New Roman" pitchFamily="34" charset="0"/>
                <a:ea typeface="Times New Roman" pitchFamily="34" charset="-122"/>
                <a:cs typeface="Times New Roman" pitchFamily="34" charset="-120"/>
              </a:rPr>
              <a:t>Rapoarte posibile de amestec: 1:2.</a:t>
            </a:r>
            <a:endParaRPr lang="en-US" sz="1500" dirty="0"/>
          </a:p>
        </p:txBody>
      </p:sp>
      <p:pic>
        <p:nvPicPr>
          <p:cNvPr id="6" name="product-39" descr="VIOLET HIGH LIFT">    </p:cNvPr>
          <p:cNvPicPr>
            <a:picLocks noChangeAspect="1"/>
          </p:cNvPicPr>
          <p:nvPr/>
        </p:nvPicPr>
        <p:blipFill>
          <a:blip r:embed="rId3"/>
          <a:stretch>
            <a:fillRect/>
          </a:stretch>
        </p:blipFill>
        <p:spPr>
          <a:xfrm>
            <a:off x="6995160" y="2514600"/>
            <a:ext cx="2084434" cy="224028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logo-40" descr="Alfaparf Milano Professional">    </p:cNvPr>
          <p:cNvPicPr>
            <a:picLocks noChangeAspect="1"/>
          </p:cNvPicPr>
          <p:nvPr/>
        </p:nvPicPr>
        <p:blipFill>
          <a:blip r:embed="rId1"/>
          <a:stretch>
            <a:fillRect/>
          </a:stretch>
        </p:blipFill>
        <p:spPr>
          <a:xfrm>
            <a:off x="274320" y="201168"/>
            <a:ext cx="1088904" cy="404849"/>
          </a:xfrm>
          <a:prstGeom prst="rect">
            <a:avLst/>
          </a:prstGeom>
        </p:spPr>
      </p:pic>
      <p:sp>
        <p:nvSpPr>
          <p:cNvPr id="3" name="title-41"/>
          <p:cNvSpPr txBox="1"/>
          <p:nvPr/>
        </p:nvSpPr>
        <p:spPr>
          <a:xfrm>
            <a:off x="2286000" y="228600"/>
            <a:ext cx="4572000" cy="411480"/>
          </a:xfrm>
          <a:prstGeom prst="rect">
            <a:avLst/>
          </a:prstGeom>
          <a:noFill/>
          <a:ln/>
        </p:spPr>
        <p:txBody>
          <a:bodyPr wrap="square" lIns="0" tIns="0" rIns="0" bIns="0" rtlCol="0" anchor="ctr"/>
          <a:lstStyle/>
          <a:p>
            <a:pPr algn="ctr" indent="0" marL="0">
              <a:buNone/>
            </a:pPr>
            <a:r>
              <a:rPr lang="en-US" sz="2200" dirty="0">
                <a:solidFill>
                  <a:srgbClr val="1D1D1D"/>
                </a:solidFill>
                <a:latin typeface="Times New Roman" pitchFamily="34" charset="0"/>
                <a:ea typeface="Times New Roman" pitchFamily="34" charset="-122"/>
                <a:cs typeface="Times New Roman" pitchFamily="34" charset="-120"/>
              </a:rPr>
              <a:t>Tabella riepilogativa</a:t>
            </a:r>
            <a:endParaRPr lang="en-US" sz="2200" dirty="0"/>
          </a:p>
        </p:txBody>
      </p:sp>
      <p:graphicFrame>
        <p:nvGraphicFramePr>
          <p:cNvPr id="10" name="table-42"/>
          <p:cNvGraphicFramePr>
            <a:graphicFrameLocks noGrp="1"/>
          </p:cNvGraphicFramePr>
          <p:nvPr>
            <p:extLst>
              <p:ext uri="{D42A27DB-BD31-4B8C-83A1-F6EECF244321}">
                <p14:modId xmlns:p14="http://schemas.microsoft.com/office/powerpoint/2010/main" val="1579011935"/>
              </p:ext>
            </p:extLst>
          </p:nvPr>
        </p:nvGraphicFramePr>
        <p:xfrm>
          <a:off x="182880" y="822960"/>
          <a:ext cx="8778240" cy="914400"/>
        </p:xfrm>
        <a:graphic>
          <a:graphicData uri="http://schemas.openxmlformats.org/drawingml/2006/table">
            <a:tbl>
              <a:tblPr/>
              <a:tblGrid>
                <a:gridCol w="1600200"/>
                <a:gridCol w="1417320"/>
                <a:gridCol w="1325880"/>
                <a:gridCol w="1463040"/>
                <a:gridCol w="1371600"/>
                <a:gridCol w="1600200"/>
              </a:tblGrid>
              <a:tr h="384048">
                <a:tc>
                  <a:txBody>
                    <a:bodyPr/>
                    <a:lstStyle/>
                    <a:p>
                      <a:pPr indent="0" marL="0">
                        <a:buNone/>
                      </a:pPr>
                      <a:endParaRPr lang="en-US" sz="1100" dirty="0">
                        <a:latin typeface="Times New Roman" charset="0"/>
                        <a:ea typeface="Times New Roman" charset="0"/>
                        <a:cs typeface="Times New Roman" charset="0"/>
                      </a:endParaRPr>
                    </a:p>
                  </a:txBody>
                  <a:tcPr marL="54864" marR="54864" marT="27432" marB="27432" anchor="ctr">
                    <a:lnL w="25400" cap="flat" cmpd="sng" algn="ctr">
                      <a:solidFill>
                        <a:srgbClr val="212123"/>
                      </a:solidFill>
                      <a:prstDash val="solid"/>
                      <a:round/>
                      <a:headEnd type="none" w="med" len="med"/>
                      <a:tailEnd type="none" w="med" len="med"/>
                    </a:lnL>
                    <a:lnR w="12700" cap="flat" cmpd="sng" algn="ctr">
                      <a:solidFill>
                        <a:srgbClr val="212123"/>
                      </a:solidFill>
                      <a:prstDash val="solid"/>
                      <a:round/>
                      <a:headEnd type="none" w="med" len="med"/>
                      <a:tailEnd type="none" w="med" len="med"/>
                    </a:lnR>
                    <a:lnT w="25400" cap="flat" cmpd="sng" algn="ctr">
                      <a:solidFill>
                        <a:srgbClr val="212123"/>
                      </a:solidFill>
                      <a:prstDash val="solid"/>
                      <a:round/>
                      <a:headEnd type="none" w="med" len="med"/>
                      <a:tailEnd type="none" w="med" len="med"/>
                    </a:lnT>
                    <a:lnB w="12700" cap="flat" cmpd="sng" algn="ctr">
                      <a:solidFill>
                        <a:srgbClr val="212123"/>
                      </a:solidFill>
                      <a:prstDash val="solid"/>
                      <a:round/>
                      <a:headEnd type="none" w="med" len="med"/>
                      <a:tailEnd type="none" w="med" len="med"/>
                    </a:lnB>
                  </a:tcPr>
                </a:tc>
                <a:tc>
                  <a:txBody>
                    <a:bodyPr/>
                    <a:lstStyle/>
                    <a:p>
                      <a:pPr algn="ctr" indent="0" marL="0">
                        <a:buNone/>
                      </a:pPr>
                      <a:r>
                        <a:rPr lang="en-US" sz="1100" b="1" dirty="0">
                          <a:solidFill>
                            <a:srgbClr val="FFFFFF"/>
                          </a:solidFill>
                          <a:latin typeface="Times New Roman" pitchFamily="34" charset="0"/>
                          <a:ea typeface="Times New Roman" pitchFamily="34" charset="-122"/>
                          <a:cs typeface="Times New Roman" pitchFamily="34" charset="-120"/>
                        </a:rPr>
                        <a:t>EASY LIFT CREAM</a:t>
                      </a:r>
                      <a:endParaRPr lang="en-US" sz="1100" dirty="0">
                        <a:latin typeface="Times New Roman" charset="0"/>
                        <a:ea typeface="Times New Roman" charset="0"/>
                        <a:cs typeface="Times New Roman" charset="0"/>
                      </a:endParaRPr>
                    </a:p>
                  </a:txBody>
                  <a:tcPr marL="54864" marR="54864" marT="27432" marB="27432" anchor="ctr">
                    <a:lnL w="12700" cap="flat" cmpd="sng" algn="ctr">
                      <a:solidFill>
                        <a:srgbClr val="212123"/>
                      </a:solidFill>
                      <a:prstDash val="solid"/>
                      <a:round/>
                      <a:headEnd type="none" w="med" len="med"/>
                      <a:tailEnd type="none" w="med" len="med"/>
                    </a:lnL>
                    <a:lnR w="12700" cap="flat" cmpd="sng" algn="ctr">
                      <a:solidFill>
                        <a:srgbClr val="212123"/>
                      </a:solidFill>
                      <a:prstDash val="solid"/>
                      <a:round/>
                      <a:headEnd type="none" w="med" len="med"/>
                      <a:tailEnd type="none" w="med" len="med"/>
                    </a:lnR>
                    <a:lnT w="12700" cap="flat" cmpd="sng" algn="ctr">
                      <a:solidFill>
                        <a:srgbClr val="212123"/>
                      </a:solidFill>
                      <a:prstDash val="solid"/>
                      <a:round/>
                      <a:headEnd type="none" w="med" len="med"/>
                      <a:tailEnd type="none" w="med" len="med"/>
                    </a:lnT>
                    <a:lnB w="12700" cap="flat" cmpd="sng" algn="ctr">
                      <a:solidFill>
                        <a:srgbClr val="212123"/>
                      </a:solidFill>
                      <a:prstDash val="solid"/>
                      <a:round/>
                      <a:headEnd type="none" w="med" len="med"/>
                      <a:tailEnd type="none" w="med" len="med"/>
                    </a:lnB>
                    <a:solidFill>
                      <a:srgbClr val="1F2442"/>
                    </a:solidFill>
                  </a:tcPr>
                </a:tc>
                <a:tc>
                  <a:txBody>
                    <a:bodyPr/>
                    <a:lstStyle/>
                    <a:p>
                      <a:pPr algn="ctr" indent="0" marL="0">
                        <a:buNone/>
                      </a:pPr>
                      <a:r>
                        <a:rPr lang="en-US" sz="1100" b="1" dirty="0">
                          <a:solidFill>
                            <a:srgbClr val="FFFFFF"/>
                          </a:solidFill>
                          <a:latin typeface="Times New Roman" pitchFamily="34" charset="0"/>
                          <a:ea typeface="Times New Roman" pitchFamily="34" charset="-122"/>
                          <a:cs typeface="Times New Roman" pitchFamily="34" charset="-120"/>
                        </a:rPr>
                        <a:t>EASY LIFT</a:t>
                      </a:r>
                      <a:endParaRPr lang="en-US" sz="1100" dirty="0">
                        <a:latin typeface="Times New Roman" charset="0"/>
                        <a:ea typeface="Times New Roman" charset="0"/>
                        <a:cs typeface="Times New Roman" charset="0"/>
                      </a:endParaRPr>
                    </a:p>
                  </a:txBody>
                  <a:tcPr marL="54864" marR="54864" marT="27432" marB="27432" anchor="ctr">
                    <a:lnL w="12700" cap="flat" cmpd="sng" algn="ctr">
                      <a:solidFill>
                        <a:srgbClr val="212123"/>
                      </a:solidFill>
                      <a:prstDash val="solid"/>
                      <a:round/>
                      <a:headEnd type="none" w="med" len="med"/>
                      <a:tailEnd type="none" w="med" len="med"/>
                    </a:lnL>
                    <a:lnR w="12700" cap="flat" cmpd="sng" algn="ctr">
                      <a:solidFill>
                        <a:srgbClr val="212123"/>
                      </a:solidFill>
                      <a:prstDash val="solid"/>
                      <a:round/>
                      <a:headEnd type="none" w="med" len="med"/>
                      <a:tailEnd type="none" w="med" len="med"/>
                    </a:lnR>
                    <a:lnT w="12700" cap="flat" cmpd="sng" algn="ctr">
                      <a:solidFill>
                        <a:srgbClr val="212123"/>
                      </a:solidFill>
                      <a:prstDash val="solid"/>
                      <a:round/>
                      <a:headEnd type="none" w="med" len="med"/>
                      <a:tailEnd type="none" w="med" len="med"/>
                    </a:lnT>
                    <a:lnB w="12700" cap="flat" cmpd="sng" algn="ctr">
                      <a:solidFill>
                        <a:srgbClr val="212123"/>
                      </a:solidFill>
                      <a:prstDash val="solid"/>
                      <a:round/>
                      <a:headEnd type="none" w="med" len="med"/>
                      <a:tailEnd type="none" w="med" len="med"/>
                    </a:lnB>
                    <a:solidFill>
                      <a:srgbClr val="1F2442"/>
                    </a:solidFill>
                  </a:tcPr>
                </a:tc>
                <a:tc>
                  <a:txBody>
                    <a:bodyPr/>
                    <a:lstStyle/>
                    <a:p>
                      <a:pPr algn="ctr" indent="0" marL="0">
                        <a:buNone/>
                      </a:pPr>
                      <a:r>
                        <a:rPr lang="en-US" sz="1100" b="1" dirty="0">
                          <a:solidFill>
                            <a:srgbClr val="FFFFFF"/>
                          </a:solidFill>
                          <a:latin typeface="Times New Roman" pitchFamily="34" charset="0"/>
                          <a:ea typeface="Times New Roman" pitchFamily="34" charset="-122"/>
                          <a:cs typeface="Times New Roman" pitchFamily="34" charset="-120"/>
                        </a:rPr>
                        <a:t>FREE STYLE LIFT</a:t>
                      </a:r>
                      <a:endParaRPr lang="en-US" sz="1100" dirty="0">
                        <a:latin typeface="Times New Roman" charset="0"/>
                        <a:ea typeface="Times New Roman" charset="0"/>
                        <a:cs typeface="Times New Roman" charset="0"/>
                      </a:endParaRPr>
                    </a:p>
                  </a:txBody>
                  <a:tcPr marL="54864" marR="54864" marT="27432" marB="27432" anchor="ctr">
                    <a:lnL w="12700" cap="flat" cmpd="sng" algn="ctr">
                      <a:solidFill>
                        <a:srgbClr val="212123"/>
                      </a:solidFill>
                      <a:prstDash val="solid"/>
                      <a:round/>
                      <a:headEnd type="none" w="med" len="med"/>
                      <a:tailEnd type="none" w="med" len="med"/>
                    </a:lnL>
                    <a:lnR w="12700" cap="flat" cmpd="sng" algn="ctr">
                      <a:solidFill>
                        <a:srgbClr val="212123"/>
                      </a:solidFill>
                      <a:prstDash val="solid"/>
                      <a:round/>
                      <a:headEnd type="none" w="med" len="med"/>
                      <a:tailEnd type="none" w="med" len="med"/>
                    </a:lnR>
                    <a:lnT w="12700" cap="flat" cmpd="sng" algn="ctr">
                      <a:solidFill>
                        <a:srgbClr val="212123"/>
                      </a:solidFill>
                      <a:prstDash val="solid"/>
                      <a:round/>
                      <a:headEnd type="none" w="med" len="med"/>
                      <a:tailEnd type="none" w="med" len="med"/>
                    </a:lnT>
                    <a:lnB w="12700" cap="flat" cmpd="sng" algn="ctr">
                      <a:solidFill>
                        <a:srgbClr val="212123"/>
                      </a:solidFill>
                      <a:prstDash val="solid"/>
                      <a:round/>
                      <a:headEnd type="none" w="med" len="med"/>
                      <a:tailEnd type="none" w="med" len="med"/>
                    </a:lnB>
                    <a:solidFill>
                      <a:srgbClr val="1F2442"/>
                    </a:solidFill>
                  </a:tcPr>
                </a:tc>
                <a:tc>
                  <a:txBody>
                    <a:bodyPr/>
                    <a:lstStyle/>
                    <a:p>
                      <a:pPr algn="ctr" indent="0" marL="0">
                        <a:buNone/>
                      </a:pPr>
                      <a:r>
                        <a:rPr lang="en-US" sz="1100" b="1" dirty="0">
                          <a:solidFill>
                            <a:srgbClr val="FFFFFF"/>
                          </a:solidFill>
                          <a:latin typeface="Times New Roman" pitchFamily="34" charset="0"/>
                          <a:ea typeface="Times New Roman" pitchFamily="34" charset="-122"/>
                          <a:cs typeface="Times New Roman" pitchFamily="34" charset="-120"/>
                        </a:rPr>
                        <a:t>HIGH LIFT</a:t>
                      </a:r>
                      <a:endParaRPr lang="en-US" sz="1100" dirty="0">
                        <a:latin typeface="Times New Roman" charset="0"/>
                        <a:ea typeface="Times New Roman" charset="0"/>
                        <a:cs typeface="Times New Roman" charset="0"/>
                      </a:endParaRPr>
                    </a:p>
                  </a:txBody>
                  <a:tcPr marL="54864" marR="54864" marT="27432" marB="27432" anchor="ctr">
                    <a:lnL w="12700" cap="flat" cmpd="sng" algn="ctr">
                      <a:solidFill>
                        <a:srgbClr val="212123"/>
                      </a:solidFill>
                      <a:prstDash val="solid"/>
                      <a:round/>
                      <a:headEnd type="none" w="med" len="med"/>
                      <a:tailEnd type="none" w="med" len="med"/>
                    </a:lnL>
                    <a:lnR w="12700" cap="flat" cmpd="sng" algn="ctr">
                      <a:solidFill>
                        <a:srgbClr val="212123"/>
                      </a:solidFill>
                      <a:prstDash val="solid"/>
                      <a:round/>
                      <a:headEnd type="none" w="med" len="med"/>
                      <a:tailEnd type="none" w="med" len="med"/>
                    </a:lnR>
                    <a:lnT w="12700" cap="flat" cmpd="sng" algn="ctr">
                      <a:solidFill>
                        <a:srgbClr val="212123"/>
                      </a:solidFill>
                      <a:prstDash val="solid"/>
                      <a:round/>
                      <a:headEnd type="none" w="med" len="med"/>
                      <a:tailEnd type="none" w="med" len="med"/>
                    </a:lnT>
                    <a:lnB w="12700" cap="flat" cmpd="sng" algn="ctr">
                      <a:solidFill>
                        <a:srgbClr val="212123"/>
                      </a:solidFill>
                      <a:prstDash val="solid"/>
                      <a:round/>
                      <a:headEnd type="none" w="med" len="med"/>
                      <a:tailEnd type="none" w="med" len="med"/>
                    </a:lnB>
                    <a:solidFill>
                      <a:srgbClr val="1F2442"/>
                    </a:solidFill>
                  </a:tcPr>
                </a:tc>
                <a:tc>
                  <a:txBody>
                    <a:bodyPr/>
                    <a:lstStyle/>
                    <a:p>
                      <a:pPr algn="ctr" indent="0" marL="0">
                        <a:buNone/>
                      </a:pPr>
                      <a:r>
                        <a:rPr lang="en-US" sz="1100" b="1" dirty="0">
                          <a:solidFill>
                            <a:srgbClr val="FFFFFF"/>
                          </a:solidFill>
                          <a:latin typeface="Times New Roman" pitchFamily="34" charset="0"/>
                          <a:ea typeface="Times New Roman" pitchFamily="34" charset="-122"/>
                          <a:cs typeface="Times New Roman" pitchFamily="34" charset="-120"/>
                        </a:rPr>
                        <a:t>VIOLET HIGH LIFT</a:t>
                      </a:r>
                      <a:endParaRPr lang="en-US" sz="1100" dirty="0">
                        <a:latin typeface="Times New Roman" charset="0"/>
                        <a:ea typeface="Times New Roman" charset="0"/>
                        <a:cs typeface="Times New Roman" charset="0"/>
                      </a:endParaRPr>
                    </a:p>
                  </a:txBody>
                  <a:tcPr marL="54864" marR="54864" marT="27432" marB="27432" anchor="ctr">
                    <a:lnL w="12700" cap="flat" cmpd="sng" algn="ctr">
                      <a:solidFill>
                        <a:srgbClr val="212123"/>
                      </a:solidFill>
                      <a:prstDash val="solid"/>
                      <a:round/>
                      <a:headEnd type="none" w="med" len="med"/>
                      <a:tailEnd type="none" w="med" len="med"/>
                    </a:lnL>
                    <a:lnR w="12700" cap="flat" cmpd="sng" algn="ctr">
                      <a:solidFill>
                        <a:srgbClr val="212123"/>
                      </a:solidFill>
                      <a:prstDash val="solid"/>
                      <a:round/>
                      <a:headEnd type="none" w="med" len="med"/>
                      <a:tailEnd type="none" w="med" len="med"/>
                    </a:lnR>
                    <a:lnT w="12700" cap="flat" cmpd="sng" algn="ctr">
                      <a:solidFill>
                        <a:srgbClr val="212123"/>
                      </a:solidFill>
                      <a:prstDash val="solid"/>
                      <a:round/>
                      <a:headEnd type="none" w="med" len="med"/>
                      <a:tailEnd type="none" w="med" len="med"/>
                    </a:lnT>
                    <a:lnB w="12700" cap="flat" cmpd="sng" algn="ctr">
                      <a:solidFill>
                        <a:srgbClr val="212123"/>
                      </a:solidFill>
                      <a:prstDash val="solid"/>
                      <a:round/>
                      <a:headEnd type="none" w="med" len="med"/>
                      <a:tailEnd type="none" w="med" len="med"/>
                    </a:lnB>
                    <a:solidFill>
                      <a:srgbClr val="1F2442"/>
                    </a:solidFill>
                  </a:tcPr>
                </a:tc>
              </a:tr>
              <a:tr h="658368">
                <a:tc>
                  <a:txBody>
                    <a:bodyPr/>
                    <a:lstStyle/>
                    <a:p>
                      <a:pPr algn="l" indent="0" marL="0">
                        <a:buNone/>
                      </a:pPr>
                      <a:r>
                        <a:rPr lang="en-US" sz="1100" b="1" dirty="0">
                          <a:solidFill>
                            <a:srgbClr val="1D1D1D"/>
                          </a:solidFill>
                          <a:latin typeface="Times New Roman" pitchFamily="34" charset="0"/>
                          <a:ea typeface="Times New Roman" pitchFamily="34" charset="-122"/>
                          <a:cs typeface="Times New Roman" pitchFamily="34" charset="-120"/>
                        </a:rPr>
                        <a:t>Tipologia produsului</a:t>
                      </a:r>
                      <a:endParaRPr lang="en-US" sz="1100" dirty="0">
                        <a:latin typeface="Times New Roman" charset="0"/>
                        <a:ea typeface="Times New Roman" charset="0"/>
                        <a:cs typeface="Times New Roman" charset="0"/>
                      </a:endParaRPr>
                    </a:p>
                  </a:txBody>
                  <a:tcPr marL="54864" marR="54864" marT="27432" marB="27432" anchor="ctr">
                    <a:lnL w="12700" cap="flat" cmpd="sng" algn="ctr">
                      <a:solidFill>
                        <a:srgbClr val="212123"/>
                      </a:solidFill>
                      <a:prstDash val="solid"/>
                      <a:round/>
                      <a:headEnd type="none" w="med" len="med"/>
                      <a:tailEnd type="none" w="med" len="med"/>
                    </a:lnL>
                    <a:lnR w="12700" cap="flat" cmpd="sng" algn="ctr">
                      <a:solidFill>
                        <a:srgbClr val="212123"/>
                      </a:solidFill>
                      <a:prstDash val="solid"/>
                      <a:round/>
                      <a:headEnd type="none" w="med" len="med"/>
                      <a:tailEnd type="none" w="med" len="med"/>
                    </a:lnR>
                    <a:lnT w="12700" cap="flat" cmpd="sng" algn="ctr">
                      <a:solidFill>
                        <a:srgbClr val="212123"/>
                      </a:solidFill>
                      <a:prstDash val="solid"/>
                      <a:round/>
                      <a:headEnd type="none" w="med" len="med"/>
                      <a:tailEnd type="none" w="med" len="med"/>
                    </a:lnT>
                    <a:lnB w="12700" cap="flat" cmpd="sng" algn="ctr">
                      <a:solidFill>
                        <a:srgbClr val="212123"/>
                      </a:solidFill>
                      <a:prstDash val="solid"/>
                      <a:round/>
                      <a:headEnd type="none" w="med" len="med"/>
                      <a:tailEnd type="none" w="med" len="med"/>
                    </a:lnB>
                    <a:solidFill>
                      <a:srgbClr val="E1E0E6"/>
                    </a:solidFill>
                  </a:tcPr>
                </a:tc>
                <a:tc>
                  <a:txBody>
                    <a:bodyPr/>
                    <a:lstStyle/>
                    <a:p>
                      <a:pPr algn="ctr" indent="0" marL="0">
                        <a:buNone/>
                      </a:pPr>
                      <a:r>
                        <a:rPr lang="en-US" sz="1100" dirty="0">
                          <a:solidFill>
                            <a:srgbClr val="1D1D1D"/>
                          </a:solidFill>
                          <a:latin typeface="Times New Roman" pitchFamily="34" charset="0"/>
                          <a:ea typeface="Times New Roman" pitchFamily="34" charset="-122"/>
                          <a:cs typeface="Times New Roman" pitchFamily="34" charset="-120"/>
                        </a:rPr>
                        <a:t>Cremă decolorantă cu 7 tonuri de deschidere</a:t>
                      </a:r>
                      <a:endParaRPr lang="en-US" sz="1100" dirty="0">
                        <a:latin typeface="Times New Roman" charset="0"/>
                        <a:ea typeface="Times New Roman" charset="0"/>
                        <a:cs typeface="Times New Roman" charset="0"/>
                      </a:endParaRPr>
                    </a:p>
                  </a:txBody>
                  <a:tcPr marL="54864" marR="54864" marT="27432" marB="27432" anchor="ctr">
                    <a:lnL w="12700" cap="flat" cmpd="sng" algn="ctr">
                      <a:solidFill>
                        <a:srgbClr val="212123"/>
                      </a:solidFill>
                      <a:prstDash val="solid"/>
                      <a:round/>
                      <a:headEnd type="none" w="med" len="med"/>
                      <a:tailEnd type="none" w="med" len="med"/>
                    </a:lnL>
                    <a:lnR w="12700" cap="flat" cmpd="sng" algn="ctr">
                      <a:solidFill>
                        <a:srgbClr val="212123"/>
                      </a:solidFill>
                      <a:prstDash val="solid"/>
                      <a:round/>
                      <a:headEnd type="none" w="med" len="med"/>
                      <a:tailEnd type="none" w="med" len="med"/>
                    </a:lnR>
                    <a:lnT w="12700" cap="flat" cmpd="sng" algn="ctr">
                      <a:solidFill>
                        <a:srgbClr val="212123"/>
                      </a:solidFill>
                      <a:prstDash val="solid"/>
                      <a:round/>
                      <a:headEnd type="none" w="med" len="med"/>
                      <a:tailEnd type="none" w="med" len="med"/>
                    </a:lnT>
                    <a:lnB w="12700" cap="flat" cmpd="sng" algn="ctr">
                      <a:solidFill>
                        <a:srgbClr val="212123"/>
                      </a:solidFill>
                      <a:prstDash val="solid"/>
                      <a:round/>
                      <a:headEnd type="none" w="med" len="med"/>
                      <a:tailEnd type="none" w="med" len="med"/>
                    </a:lnB>
                  </a:tcPr>
                </a:tc>
                <a:tc>
                  <a:txBody>
                    <a:bodyPr/>
                    <a:lstStyle/>
                    <a:p>
                      <a:pPr algn="ctr" indent="0" marL="0">
                        <a:buNone/>
                      </a:pPr>
                      <a:r>
                        <a:rPr lang="en-US" sz="1100" dirty="0">
                          <a:solidFill>
                            <a:srgbClr val="1D1D1D"/>
                          </a:solidFill>
                          <a:latin typeface="Times New Roman" pitchFamily="34" charset="0"/>
                          <a:ea typeface="Times New Roman" pitchFamily="34" charset="-122"/>
                          <a:cs typeface="Times New Roman" pitchFamily="34" charset="-120"/>
                        </a:rPr>
                        <a:t>Pudră decolorantă cu 7 tonuri de deschidere</a:t>
                      </a:r>
                      <a:endParaRPr lang="en-US" sz="1100" dirty="0">
                        <a:latin typeface="Times New Roman" charset="0"/>
                        <a:ea typeface="Times New Roman" charset="0"/>
                        <a:cs typeface="Times New Roman" charset="0"/>
                      </a:endParaRPr>
                    </a:p>
                  </a:txBody>
                  <a:tcPr marL="54864" marR="54864" marT="27432" marB="27432" anchor="ctr">
                    <a:lnL w="12700" cap="flat" cmpd="sng" algn="ctr">
                      <a:solidFill>
                        <a:srgbClr val="212123"/>
                      </a:solidFill>
                      <a:prstDash val="solid"/>
                      <a:round/>
                      <a:headEnd type="none" w="med" len="med"/>
                      <a:tailEnd type="none" w="med" len="med"/>
                    </a:lnL>
                    <a:lnR w="12700" cap="flat" cmpd="sng" algn="ctr">
                      <a:solidFill>
                        <a:srgbClr val="212123"/>
                      </a:solidFill>
                      <a:prstDash val="solid"/>
                      <a:round/>
                      <a:headEnd type="none" w="med" len="med"/>
                      <a:tailEnd type="none" w="med" len="med"/>
                    </a:lnR>
                    <a:lnT w="12700" cap="flat" cmpd="sng" algn="ctr">
                      <a:solidFill>
                        <a:srgbClr val="212123"/>
                      </a:solidFill>
                      <a:prstDash val="solid"/>
                      <a:round/>
                      <a:headEnd type="none" w="med" len="med"/>
                      <a:tailEnd type="none" w="med" len="med"/>
                    </a:lnT>
                    <a:lnB w="12700" cap="flat" cmpd="sng" algn="ctr">
                      <a:solidFill>
                        <a:srgbClr val="212123"/>
                      </a:solidFill>
                      <a:prstDash val="solid"/>
                      <a:round/>
                      <a:headEnd type="none" w="med" len="med"/>
                      <a:tailEnd type="none" w="med" len="med"/>
                    </a:lnB>
                  </a:tcPr>
                </a:tc>
                <a:tc>
                  <a:txBody>
                    <a:bodyPr/>
                    <a:lstStyle/>
                    <a:p>
                      <a:pPr algn="ctr" indent="0" marL="0">
                        <a:buNone/>
                      </a:pPr>
                      <a:r>
                        <a:rPr lang="en-US" sz="1100" dirty="0">
                          <a:solidFill>
                            <a:srgbClr val="1D1D1D"/>
                          </a:solidFill>
                          <a:latin typeface="Times New Roman" pitchFamily="34" charset="0"/>
                          <a:ea typeface="Times New Roman" pitchFamily="34" charset="-122"/>
                          <a:cs typeface="Times New Roman" pitchFamily="34" charset="-120"/>
                        </a:rPr>
                        <a:t>Pudră decolorantă cu argilă, cu 7 tonuri de deschidere</a:t>
                      </a:r>
                      <a:endParaRPr lang="en-US" sz="1100" dirty="0">
                        <a:latin typeface="Times New Roman" charset="0"/>
                        <a:ea typeface="Times New Roman" charset="0"/>
                        <a:cs typeface="Times New Roman" charset="0"/>
                      </a:endParaRPr>
                    </a:p>
                  </a:txBody>
                  <a:tcPr marL="54864" marR="54864" marT="27432" marB="27432" anchor="ctr">
                    <a:lnL w="12700" cap="flat" cmpd="sng" algn="ctr">
                      <a:solidFill>
                        <a:srgbClr val="212123"/>
                      </a:solidFill>
                      <a:prstDash val="solid"/>
                      <a:round/>
                      <a:headEnd type="none" w="med" len="med"/>
                      <a:tailEnd type="none" w="med" len="med"/>
                    </a:lnL>
                    <a:lnR w="12700" cap="flat" cmpd="sng" algn="ctr">
                      <a:solidFill>
                        <a:srgbClr val="212123"/>
                      </a:solidFill>
                      <a:prstDash val="solid"/>
                      <a:round/>
                      <a:headEnd type="none" w="med" len="med"/>
                      <a:tailEnd type="none" w="med" len="med"/>
                    </a:lnR>
                    <a:lnT w="12700" cap="flat" cmpd="sng" algn="ctr">
                      <a:solidFill>
                        <a:srgbClr val="212123"/>
                      </a:solidFill>
                      <a:prstDash val="solid"/>
                      <a:round/>
                      <a:headEnd type="none" w="med" len="med"/>
                      <a:tailEnd type="none" w="med" len="med"/>
                    </a:lnT>
                    <a:lnB w="12700" cap="flat" cmpd="sng" algn="ctr">
                      <a:solidFill>
                        <a:srgbClr val="212123"/>
                      </a:solidFill>
                      <a:prstDash val="solid"/>
                      <a:round/>
                      <a:headEnd type="none" w="med" len="med"/>
                      <a:tailEnd type="none" w="med" len="med"/>
                    </a:lnB>
                  </a:tcPr>
                </a:tc>
                <a:tc>
                  <a:txBody>
                    <a:bodyPr/>
                    <a:lstStyle/>
                    <a:p>
                      <a:pPr algn="ctr" indent="0" marL="0">
                        <a:buNone/>
                      </a:pPr>
                      <a:r>
                        <a:rPr lang="en-US" sz="1100" dirty="0">
                          <a:solidFill>
                            <a:srgbClr val="1D1D1D"/>
                          </a:solidFill>
                          <a:latin typeface="Times New Roman" pitchFamily="34" charset="0"/>
                          <a:ea typeface="Times New Roman" pitchFamily="34" charset="-122"/>
                          <a:cs typeface="Times New Roman" pitchFamily="34" charset="-120"/>
                        </a:rPr>
                        <a:t>Pudră decolorantă cu 9 tonuri de deschidere</a:t>
                      </a:r>
                      <a:endParaRPr lang="en-US" sz="1100" dirty="0">
                        <a:latin typeface="Times New Roman" charset="0"/>
                        <a:ea typeface="Times New Roman" charset="0"/>
                        <a:cs typeface="Times New Roman" charset="0"/>
                      </a:endParaRPr>
                    </a:p>
                  </a:txBody>
                  <a:tcPr marL="54864" marR="54864" marT="27432" marB="27432" anchor="ctr">
                    <a:lnL w="12700" cap="flat" cmpd="sng" algn="ctr">
                      <a:solidFill>
                        <a:srgbClr val="212123"/>
                      </a:solidFill>
                      <a:prstDash val="solid"/>
                      <a:round/>
                      <a:headEnd type="none" w="med" len="med"/>
                      <a:tailEnd type="none" w="med" len="med"/>
                    </a:lnL>
                    <a:lnR w="12700" cap="flat" cmpd="sng" algn="ctr">
                      <a:solidFill>
                        <a:srgbClr val="212123"/>
                      </a:solidFill>
                      <a:prstDash val="solid"/>
                      <a:round/>
                      <a:headEnd type="none" w="med" len="med"/>
                      <a:tailEnd type="none" w="med" len="med"/>
                    </a:lnR>
                    <a:lnT w="12700" cap="flat" cmpd="sng" algn="ctr">
                      <a:solidFill>
                        <a:srgbClr val="212123"/>
                      </a:solidFill>
                      <a:prstDash val="solid"/>
                      <a:round/>
                      <a:headEnd type="none" w="med" len="med"/>
                      <a:tailEnd type="none" w="med" len="med"/>
                    </a:lnT>
                    <a:lnB w="12700" cap="flat" cmpd="sng" algn="ctr">
                      <a:solidFill>
                        <a:srgbClr val="212123"/>
                      </a:solidFill>
                      <a:prstDash val="solid"/>
                      <a:round/>
                      <a:headEnd type="none" w="med" len="med"/>
                      <a:tailEnd type="none" w="med" len="med"/>
                    </a:lnB>
                  </a:tcPr>
                </a:tc>
                <a:tc>
                  <a:txBody>
                    <a:bodyPr/>
                    <a:lstStyle/>
                    <a:p>
                      <a:pPr algn="ctr" indent="0" marL="0">
                        <a:buNone/>
                      </a:pPr>
                      <a:r>
                        <a:rPr lang="en-US" sz="1100" dirty="0">
                          <a:solidFill>
                            <a:srgbClr val="1D1D1D"/>
                          </a:solidFill>
                          <a:latin typeface="Times New Roman" pitchFamily="34" charset="0"/>
                          <a:ea typeface="Times New Roman" pitchFamily="34" charset="-122"/>
                          <a:cs typeface="Times New Roman" pitchFamily="34" charset="-120"/>
                        </a:rPr>
                        <a:t>Pudră decolorantă cu 9 tonuri de deschidere, cu pigment neutralizant</a:t>
                      </a:r>
                      <a:endParaRPr lang="en-US" sz="1100" dirty="0">
                        <a:latin typeface="Times New Roman" charset="0"/>
                        <a:ea typeface="Times New Roman" charset="0"/>
                        <a:cs typeface="Times New Roman" charset="0"/>
                      </a:endParaRPr>
                    </a:p>
                  </a:txBody>
                  <a:tcPr marL="54864" marR="54864" marT="27432" marB="27432" anchor="ctr">
                    <a:lnL w="12700" cap="flat" cmpd="sng" algn="ctr">
                      <a:solidFill>
                        <a:srgbClr val="212123"/>
                      </a:solidFill>
                      <a:prstDash val="solid"/>
                      <a:round/>
                      <a:headEnd type="none" w="med" len="med"/>
                      <a:tailEnd type="none" w="med" len="med"/>
                    </a:lnL>
                    <a:lnR w="12700" cap="flat" cmpd="sng" algn="ctr">
                      <a:solidFill>
                        <a:srgbClr val="212123"/>
                      </a:solidFill>
                      <a:prstDash val="solid"/>
                      <a:round/>
                      <a:headEnd type="none" w="med" len="med"/>
                      <a:tailEnd type="none" w="med" len="med"/>
                    </a:lnR>
                    <a:lnT w="12700" cap="flat" cmpd="sng" algn="ctr">
                      <a:solidFill>
                        <a:srgbClr val="212123"/>
                      </a:solidFill>
                      <a:prstDash val="solid"/>
                      <a:round/>
                      <a:headEnd type="none" w="med" len="med"/>
                      <a:tailEnd type="none" w="med" len="med"/>
                    </a:lnT>
                    <a:lnB w="12700" cap="flat" cmpd="sng" algn="ctr">
                      <a:solidFill>
                        <a:srgbClr val="212123"/>
                      </a:solidFill>
                      <a:prstDash val="solid"/>
                      <a:round/>
                      <a:headEnd type="none" w="med" len="med"/>
                      <a:tailEnd type="none" w="med" len="med"/>
                    </a:lnB>
                  </a:tcPr>
                </a:tc>
              </a:tr>
              <a:tr h="731520">
                <a:tc>
                  <a:txBody>
                    <a:bodyPr/>
                    <a:lstStyle/>
                    <a:p>
                      <a:pPr algn="l" indent="0" marL="0">
                        <a:buNone/>
                      </a:pPr>
                      <a:r>
                        <a:rPr lang="en-US" sz="1100" b="1" dirty="0">
                          <a:solidFill>
                            <a:srgbClr val="1D1D1D"/>
                          </a:solidFill>
                          <a:latin typeface="Times New Roman" pitchFamily="34" charset="0"/>
                          <a:ea typeface="Times New Roman" pitchFamily="34" charset="-122"/>
                          <a:cs typeface="Times New Roman" pitchFamily="34" charset="-120"/>
                        </a:rPr>
                        <a:t>Ideal pentru</a:t>
                      </a:r>
                      <a:endParaRPr lang="en-US" sz="1100" dirty="0">
                        <a:latin typeface="Times New Roman" charset="0"/>
                        <a:ea typeface="Times New Roman" charset="0"/>
                        <a:cs typeface="Times New Roman" charset="0"/>
                      </a:endParaRPr>
                    </a:p>
                  </a:txBody>
                  <a:tcPr marL="54864" marR="54864" marT="27432" marB="27432" anchor="ctr">
                    <a:lnL w="12700" cap="flat" cmpd="sng" algn="ctr">
                      <a:solidFill>
                        <a:srgbClr val="212123"/>
                      </a:solidFill>
                      <a:prstDash val="solid"/>
                      <a:round/>
                      <a:headEnd type="none" w="med" len="med"/>
                      <a:tailEnd type="none" w="med" len="med"/>
                    </a:lnL>
                    <a:lnR w="12700" cap="flat" cmpd="sng" algn="ctr">
                      <a:solidFill>
                        <a:srgbClr val="212123"/>
                      </a:solidFill>
                      <a:prstDash val="solid"/>
                      <a:round/>
                      <a:headEnd type="none" w="med" len="med"/>
                      <a:tailEnd type="none" w="med" len="med"/>
                    </a:lnR>
                    <a:lnT w="12700" cap="flat" cmpd="sng" algn="ctr">
                      <a:solidFill>
                        <a:srgbClr val="212123"/>
                      </a:solidFill>
                      <a:prstDash val="solid"/>
                      <a:round/>
                      <a:headEnd type="none" w="med" len="med"/>
                      <a:tailEnd type="none" w="med" len="med"/>
                    </a:lnT>
                    <a:lnB w="12700" cap="flat" cmpd="sng" algn="ctr">
                      <a:solidFill>
                        <a:srgbClr val="212123"/>
                      </a:solidFill>
                      <a:prstDash val="solid"/>
                      <a:round/>
                      <a:headEnd type="none" w="med" len="med"/>
                      <a:tailEnd type="none" w="med" len="med"/>
                    </a:lnB>
                    <a:solidFill>
                      <a:srgbClr val="E1E0E6"/>
                    </a:solidFill>
                  </a:tcPr>
                </a:tc>
                <a:tc>
                  <a:txBody>
                    <a:bodyPr/>
                    <a:lstStyle/>
                    <a:p>
                      <a:pPr algn="ctr" indent="0" marL="0">
                        <a:buNone/>
                      </a:pPr>
                      <a:r>
                        <a:rPr lang="en-US" sz="1100" dirty="0">
                          <a:solidFill>
                            <a:srgbClr val="1D1D1D"/>
                          </a:solidFill>
                          <a:latin typeface="Times New Roman" pitchFamily="34" charset="0"/>
                          <a:ea typeface="Times New Roman" pitchFamily="34" charset="-122"/>
                          <a:cs typeface="Times New Roman" pitchFamily="34" charset="-120"/>
                        </a:rPr>
                        <a:t>Deschidere în zona rădăcinii</a:t>
                      </a:r>
                      <a:endParaRPr lang="en-US" sz="1100" dirty="0">
                        <a:latin typeface="Times New Roman" charset="0"/>
                        <a:ea typeface="Times New Roman" charset="0"/>
                        <a:cs typeface="Times New Roman" charset="0"/>
                      </a:endParaRPr>
                    </a:p>
                  </a:txBody>
                  <a:tcPr marL="54864" marR="54864" marT="27432" marB="27432" anchor="ctr">
                    <a:lnL w="12700" cap="flat" cmpd="sng" algn="ctr">
                      <a:solidFill>
                        <a:srgbClr val="212123"/>
                      </a:solidFill>
                      <a:prstDash val="solid"/>
                      <a:round/>
                      <a:headEnd type="none" w="med" len="med"/>
                      <a:tailEnd type="none" w="med" len="med"/>
                    </a:lnL>
                    <a:lnR w="12700" cap="flat" cmpd="sng" algn="ctr">
                      <a:solidFill>
                        <a:srgbClr val="212123"/>
                      </a:solidFill>
                      <a:prstDash val="solid"/>
                      <a:round/>
                      <a:headEnd type="none" w="med" len="med"/>
                      <a:tailEnd type="none" w="med" len="med"/>
                    </a:lnR>
                    <a:lnT w="12700" cap="flat" cmpd="sng" algn="ctr">
                      <a:solidFill>
                        <a:srgbClr val="212123"/>
                      </a:solidFill>
                      <a:prstDash val="solid"/>
                      <a:round/>
                      <a:headEnd type="none" w="med" len="med"/>
                      <a:tailEnd type="none" w="med" len="med"/>
                    </a:lnT>
                    <a:lnB w="12700" cap="flat" cmpd="sng" algn="ctr">
                      <a:solidFill>
                        <a:srgbClr val="212123"/>
                      </a:solidFill>
                      <a:prstDash val="solid"/>
                      <a:round/>
                      <a:headEnd type="none" w="med" len="med"/>
                      <a:tailEnd type="none" w="med" len="med"/>
                    </a:lnB>
                  </a:tcPr>
                </a:tc>
                <a:tc>
                  <a:txBody>
                    <a:bodyPr/>
                    <a:lstStyle/>
                    <a:p>
                      <a:pPr algn="ctr" indent="0" marL="0">
                        <a:buNone/>
                      </a:pPr>
                      <a:r>
                        <a:rPr lang="en-US" sz="1100" dirty="0">
                          <a:solidFill>
                            <a:srgbClr val="1D1D1D"/>
                          </a:solidFill>
                          <a:latin typeface="Times New Roman" pitchFamily="34" charset="0"/>
                          <a:ea typeface="Times New Roman" pitchFamily="34" charset="-122"/>
                          <a:cs typeface="Times New Roman" pitchFamily="34" charset="-120"/>
                        </a:rPr>
                        <a:t>Deschidere de la medie la intensă pentru părul natural și/sau cosmetic</a:t>
                      </a:r>
                      <a:endParaRPr lang="en-US" sz="1100" dirty="0">
                        <a:latin typeface="Times New Roman" charset="0"/>
                        <a:ea typeface="Times New Roman" charset="0"/>
                        <a:cs typeface="Times New Roman" charset="0"/>
                      </a:endParaRPr>
                    </a:p>
                  </a:txBody>
                  <a:tcPr marL="54864" marR="54864" marT="27432" marB="27432" anchor="ctr">
                    <a:lnL w="12700" cap="flat" cmpd="sng" algn="ctr">
                      <a:solidFill>
                        <a:srgbClr val="212123"/>
                      </a:solidFill>
                      <a:prstDash val="solid"/>
                      <a:round/>
                      <a:headEnd type="none" w="med" len="med"/>
                      <a:tailEnd type="none" w="med" len="med"/>
                    </a:lnL>
                    <a:lnR w="12700" cap="flat" cmpd="sng" algn="ctr">
                      <a:solidFill>
                        <a:srgbClr val="212123"/>
                      </a:solidFill>
                      <a:prstDash val="solid"/>
                      <a:round/>
                      <a:headEnd type="none" w="med" len="med"/>
                      <a:tailEnd type="none" w="med" len="med"/>
                    </a:lnR>
                    <a:lnT w="12700" cap="flat" cmpd="sng" algn="ctr">
                      <a:solidFill>
                        <a:srgbClr val="212123"/>
                      </a:solidFill>
                      <a:prstDash val="solid"/>
                      <a:round/>
                      <a:headEnd type="none" w="med" len="med"/>
                      <a:tailEnd type="none" w="med" len="med"/>
                    </a:lnT>
                    <a:lnB w="12700" cap="flat" cmpd="sng" algn="ctr">
                      <a:solidFill>
                        <a:srgbClr val="212123"/>
                      </a:solidFill>
                      <a:prstDash val="solid"/>
                      <a:round/>
                      <a:headEnd type="none" w="med" len="med"/>
                      <a:tailEnd type="none" w="med" len="med"/>
                    </a:lnB>
                  </a:tcPr>
                </a:tc>
                <a:tc>
                  <a:txBody>
                    <a:bodyPr/>
                    <a:lstStyle/>
                    <a:p>
                      <a:pPr algn="ctr" indent="0" marL="0">
                        <a:buNone/>
                      </a:pPr>
                      <a:r>
                        <a:rPr lang="en-US" sz="1100" dirty="0">
                          <a:solidFill>
                            <a:srgbClr val="1D1D1D"/>
                          </a:solidFill>
                          <a:latin typeface="Times New Roman" pitchFamily="34" charset="0"/>
                          <a:ea typeface="Times New Roman" pitchFamily="34" charset="-122"/>
                          <a:cs typeface="Times New Roman" pitchFamily="34" charset="-120"/>
                        </a:rPr>
                        <a:t>Deschidere freehand / la mână liberă</a:t>
                      </a:r>
                      <a:endParaRPr lang="en-US" sz="1100" dirty="0">
                        <a:latin typeface="Times New Roman" charset="0"/>
                        <a:ea typeface="Times New Roman" charset="0"/>
                        <a:cs typeface="Times New Roman" charset="0"/>
                      </a:endParaRPr>
                    </a:p>
                  </a:txBody>
                  <a:tcPr marL="54864" marR="54864" marT="27432" marB="27432" anchor="ctr">
                    <a:lnL w="12700" cap="flat" cmpd="sng" algn="ctr">
                      <a:solidFill>
                        <a:srgbClr val="212123"/>
                      </a:solidFill>
                      <a:prstDash val="solid"/>
                      <a:round/>
                      <a:headEnd type="none" w="med" len="med"/>
                      <a:tailEnd type="none" w="med" len="med"/>
                    </a:lnL>
                    <a:lnR w="12700" cap="flat" cmpd="sng" algn="ctr">
                      <a:solidFill>
                        <a:srgbClr val="212123"/>
                      </a:solidFill>
                      <a:prstDash val="solid"/>
                      <a:round/>
                      <a:headEnd type="none" w="med" len="med"/>
                      <a:tailEnd type="none" w="med" len="med"/>
                    </a:lnR>
                    <a:lnT w="12700" cap="flat" cmpd="sng" algn="ctr">
                      <a:solidFill>
                        <a:srgbClr val="212123"/>
                      </a:solidFill>
                      <a:prstDash val="solid"/>
                      <a:round/>
                      <a:headEnd type="none" w="med" len="med"/>
                      <a:tailEnd type="none" w="med" len="med"/>
                    </a:lnT>
                    <a:lnB w="12700" cap="flat" cmpd="sng" algn="ctr">
                      <a:solidFill>
                        <a:srgbClr val="212123"/>
                      </a:solidFill>
                      <a:prstDash val="solid"/>
                      <a:round/>
                      <a:headEnd type="none" w="med" len="med"/>
                      <a:tailEnd type="none" w="med" len="med"/>
                    </a:lnB>
                  </a:tcPr>
                </a:tc>
                <a:tc>
                  <a:txBody>
                    <a:bodyPr/>
                    <a:lstStyle/>
                    <a:p>
                      <a:pPr algn="ctr" indent="0" marL="0">
                        <a:buNone/>
                      </a:pPr>
                      <a:r>
                        <a:rPr lang="en-US" sz="1100" dirty="0">
                          <a:solidFill>
                            <a:srgbClr val="1D1D1D"/>
                          </a:solidFill>
                          <a:latin typeface="Times New Roman" pitchFamily="34" charset="0"/>
                          <a:ea typeface="Times New Roman" pitchFamily="34" charset="-122"/>
                          <a:cs typeface="Times New Roman" pitchFamily="34" charset="-120"/>
                        </a:rPr>
                        <a:t>Deschidere intensă pentru părul închis cosmetic</a:t>
                      </a:r>
                      <a:endParaRPr lang="en-US" sz="1100" dirty="0">
                        <a:latin typeface="Times New Roman" charset="0"/>
                        <a:ea typeface="Times New Roman" charset="0"/>
                        <a:cs typeface="Times New Roman" charset="0"/>
                      </a:endParaRPr>
                    </a:p>
                  </a:txBody>
                  <a:tcPr marL="54864" marR="54864" marT="27432" marB="27432" anchor="ctr">
                    <a:lnL w="12700" cap="flat" cmpd="sng" algn="ctr">
                      <a:solidFill>
                        <a:srgbClr val="212123"/>
                      </a:solidFill>
                      <a:prstDash val="solid"/>
                      <a:round/>
                      <a:headEnd type="none" w="med" len="med"/>
                      <a:tailEnd type="none" w="med" len="med"/>
                    </a:lnL>
                    <a:lnR w="12700" cap="flat" cmpd="sng" algn="ctr">
                      <a:solidFill>
                        <a:srgbClr val="212123"/>
                      </a:solidFill>
                      <a:prstDash val="solid"/>
                      <a:round/>
                      <a:headEnd type="none" w="med" len="med"/>
                      <a:tailEnd type="none" w="med" len="med"/>
                    </a:lnR>
                    <a:lnT w="12700" cap="flat" cmpd="sng" algn="ctr">
                      <a:solidFill>
                        <a:srgbClr val="212123"/>
                      </a:solidFill>
                      <a:prstDash val="solid"/>
                      <a:round/>
                      <a:headEnd type="none" w="med" len="med"/>
                      <a:tailEnd type="none" w="med" len="med"/>
                    </a:lnT>
                    <a:lnB w="12700" cap="flat" cmpd="sng" algn="ctr">
                      <a:solidFill>
                        <a:srgbClr val="212123"/>
                      </a:solidFill>
                      <a:prstDash val="solid"/>
                      <a:round/>
                      <a:headEnd type="none" w="med" len="med"/>
                      <a:tailEnd type="none" w="med" len="med"/>
                    </a:lnB>
                  </a:tcPr>
                </a:tc>
                <a:tc>
                  <a:txBody>
                    <a:bodyPr/>
                    <a:lstStyle/>
                    <a:p>
                      <a:pPr algn="ctr" indent="0" marL="0">
                        <a:buNone/>
                      </a:pPr>
                      <a:r>
                        <a:rPr lang="en-US" sz="1100" dirty="0">
                          <a:solidFill>
                            <a:srgbClr val="1D1D1D"/>
                          </a:solidFill>
                          <a:latin typeface="Times New Roman" pitchFamily="34" charset="0"/>
                          <a:ea typeface="Times New Roman" pitchFamily="34" charset="-122"/>
                          <a:cs typeface="Times New Roman" pitchFamily="34" charset="-120"/>
                        </a:rPr>
                        <a:t>Deschidere intensă pentru părul natural închis</a:t>
                      </a:r>
                      <a:endParaRPr lang="en-US" sz="1100" dirty="0">
                        <a:latin typeface="Times New Roman" charset="0"/>
                        <a:ea typeface="Times New Roman" charset="0"/>
                        <a:cs typeface="Times New Roman" charset="0"/>
                      </a:endParaRPr>
                    </a:p>
                  </a:txBody>
                  <a:tcPr marL="54864" marR="54864" marT="27432" marB="27432" anchor="ctr">
                    <a:lnL w="12700" cap="flat" cmpd="sng" algn="ctr">
                      <a:solidFill>
                        <a:srgbClr val="212123"/>
                      </a:solidFill>
                      <a:prstDash val="solid"/>
                      <a:round/>
                      <a:headEnd type="none" w="med" len="med"/>
                      <a:tailEnd type="none" w="med" len="med"/>
                    </a:lnL>
                    <a:lnR w="12700" cap="flat" cmpd="sng" algn="ctr">
                      <a:solidFill>
                        <a:srgbClr val="212123"/>
                      </a:solidFill>
                      <a:prstDash val="solid"/>
                      <a:round/>
                      <a:headEnd type="none" w="med" len="med"/>
                      <a:tailEnd type="none" w="med" len="med"/>
                    </a:lnR>
                    <a:lnT w="12700" cap="flat" cmpd="sng" algn="ctr">
                      <a:solidFill>
                        <a:srgbClr val="212123"/>
                      </a:solidFill>
                      <a:prstDash val="solid"/>
                      <a:round/>
                      <a:headEnd type="none" w="med" len="med"/>
                      <a:tailEnd type="none" w="med" len="med"/>
                    </a:lnT>
                    <a:lnB w="12700" cap="flat" cmpd="sng" algn="ctr">
                      <a:solidFill>
                        <a:srgbClr val="212123"/>
                      </a:solidFill>
                      <a:prstDash val="solid"/>
                      <a:round/>
                      <a:headEnd type="none" w="med" len="med"/>
                      <a:tailEnd type="none" w="med" len="med"/>
                    </a:lnB>
                  </a:tcPr>
                </a:tc>
              </a:tr>
              <a:tr h="548640">
                <a:tc>
                  <a:txBody>
                    <a:bodyPr/>
                    <a:lstStyle/>
                    <a:p>
                      <a:pPr algn="l" indent="0" marL="0">
                        <a:buNone/>
                      </a:pPr>
                      <a:r>
                        <a:rPr lang="en-US" sz="1100" b="1" dirty="0">
                          <a:solidFill>
                            <a:srgbClr val="1D1D1D"/>
                          </a:solidFill>
                          <a:latin typeface="Times New Roman" pitchFamily="34" charset="0"/>
                          <a:ea typeface="Times New Roman" pitchFamily="34" charset="-122"/>
                          <a:cs typeface="Times New Roman" pitchFamily="34" charset="-120"/>
                        </a:rPr>
                        <a:t>Tehnici de deschidere/decolorare</a:t>
                      </a:r>
                      <a:endParaRPr lang="en-US" sz="1100" dirty="0">
                        <a:latin typeface="Times New Roman" charset="0"/>
                        <a:ea typeface="Times New Roman" charset="0"/>
                        <a:cs typeface="Times New Roman" charset="0"/>
                      </a:endParaRPr>
                    </a:p>
                  </a:txBody>
                  <a:tcPr marL="54864" marR="54864" marT="27432" marB="27432" anchor="ctr">
                    <a:lnL w="12700" cap="flat" cmpd="sng" algn="ctr">
                      <a:solidFill>
                        <a:srgbClr val="212123"/>
                      </a:solidFill>
                      <a:prstDash val="solid"/>
                      <a:round/>
                      <a:headEnd type="none" w="med" len="med"/>
                      <a:tailEnd type="none" w="med" len="med"/>
                    </a:lnL>
                    <a:lnR w="12700" cap="flat" cmpd="sng" algn="ctr">
                      <a:solidFill>
                        <a:srgbClr val="212123"/>
                      </a:solidFill>
                      <a:prstDash val="solid"/>
                      <a:round/>
                      <a:headEnd type="none" w="med" len="med"/>
                      <a:tailEnd type="none" w="med" len="med"/>
                    </a:lnR>
                    <a:lnT w="12700" cap="flat" cmpd="sng" algn="ctr">
                      <a:solidFill>
                        <a:srgbClr val="212123"/>
                      </a:solidFill>
                      <a:prstDash val="solid"/>
                      <a:round/>
                      <a:headEnd type="none" w="med" len="med"/>
                      <a:tailEnd type="none" w="med" len="med"/>
                    </a:lnT>
                    <a:lnB w="12700" cap="flat" cmpd="sng" algn="ctr">
                      <a:solidFill>
                        <a:srgbClr val="212123"/>
                      </a:solidFill>
                      <a:prstDash val="solid"/>
                      <a:round/>
                      <a:headEnd type="none" w="med" len="med"/>
                      <a:tailEnd type="none" w="med" len="med"/>
                    </a:lnB>
                    <a:solidFill>
                      <a:srgbClr val="E1E0E6"/>
                    </a:solidFill>
                  </a:tcPr>
                </a:tc>
                <a:tc>
                  <a:txBody>
                    <a:bodyPr/>
                    <a:lstStyle/>
                    <a:p>
                      <a:pPr algn="ctr" indent="0" marL="0">
                        <a:buNone/>
                      </a:pPr>
                      <a:r>
                        <a:rPr lang="en-US" sz="1100" dirty="0">
                          <a:solidFill>
                            <a:srgbClr val="1D1D1D"/>
                          </a:solidFill>
                          <a:latin typeface="Times New Roman" pitchFamily="34" charset="0"/>
                          <a:ea typeface="Times New Roman" pitchFamily="34" charset="-122"/>
                          <a:cs typeface="Times New Roman" pitchFamily="34" charset="-120"/>
                        </a:rPr>
                        <a:t>Aplicare precisă în zona rădăcinii</a:t>
                      </a:r>
                      <a:endParaRPr lang="en-US" sz="1100" dirty="0">
                        <a:latin typeface="Times New Roman" charset="0"/>
                        <a:ea typeface="Times New Roman" charset="0"/>
                        <a:cs typeface="Times New Roman" charset="0"/>
                      </a:endParaRPr>
                    </a:p>
                  </a:txBody>
                  <a:tcPr marL="54864" marR="54864" marT="27432" marB="27432" anchor="ctr">
                    <a:lnL w="12700" cap="flat" cmpd="sng" algn="ctr">
                      <a:solidFill>
                        <a:srgbClr val="212123"/>
                      </a:solidFill>
                      <a:prstDash val="solid"/>
                      <a:round/>
                      <a:headEnd type="none" w="med" len="med"/>
                      <a:tailEnd type="none" w="med" len="med"/>
                    </a:lnL>
                    <a:lnR w="12700" cap="flat" cmpd="sng" algn="ctr">
                      <a:solidFill>
                        <a:srgbClr val="212123"/>
                      </a:solidFill>
                      <a:prstDash val="solid"/>
                      <a:round/>
                      <a:headEnd type="none" w="med" len="med"/>
                      <a:tailEnd type="none" w="med" len="med"/>
                    </a:lnR>
                    <a:lnT w="12700" cap="flat" cmpd="sng" algn="ctr">
                      <a:solidFill>
                        <a:srgbClr val="212123"/>
                      </a:solidFill>
                      <a:prstDash val="solid"/>
                      <a:round/>
                      <a:headEnd type="none" w="med" len="med"/>
                      <a:tailEnd type="none" w="med" len="med"/>
                    </a:lnT>
                    <a:lnB w="12700" cap="flat" cmpd="sng" algn="ctr">
                      <a:solidFill>
                        <a:srgbClr val="212123"/>
                      </a:solidFill>
                      <a:prstDash val="solid"/>
                      <a:round/>
                      <a:headEnd type="none" w="med" len="med"/>
                      <a:tailEnd type="none" w="med" len="med"/>
                    </a:lnB>
                  </a:tcPr>
                </a:tc>
                <a:tc>
                  <a:txBody>
                    <a:bodyPr/>
                    <a:lstStyle/>
                    <a:p>
                      <a:pPr algn="ctr" indent="0" marL="0">
                        <a:buNone/>
                      </a:pPr>
                      <a:r>
                        <a:rPr lang="en-US" sz="1100" dirty="0">
                          <a:solidFill>
                            <a:srgbClr val="1D1D1D"/>
                          </a:solidFill>
                          <a:latin typeface="Times New Roman" pitchFamily="34" charset="0"/>
                          <a:ea typeface="Times New Roman" pitchFamily="34" charset="-122"/>
                          <a:cs typeface="Times New Roman" pitchFamily="34" charset="-120"/>
                        </a:rPr>
                        <a:t>Toate</a:t>
                      </a:r>
                      <a:endParaRPr lang="en-US" sz="1100" dirty="0">
                        <a:latin typeface="Times New Roman" charset="0"/>
                        <a:ea typeface="Times New Roman" charset="0"/>
                        <a:cs typeface="Times New Roman" charset="0"/>
                      </a:endParaRPr>
                    </a:p>
                  </a:txBody>
                  <a:tcPr marL="54864" marR="54864" marT="27432" marB="27432" anchor="ctr">
                    <a:lnL w="12700" cap="flat" cmpd="sng" algn="ctr">
                      <a:solidFill>
                        <a:srgbClr val="212123"/>
                      </a:solidFill>
                      <a:prstDash val="solid"/>
                      <a:round/>
                      <a:headEnd type="none" w="med" len="med"/>
                      <a:tailEnd type="none" w="med" len="med"/>
                    </a:lnL>
                    <a:lnR w="12700" cap="flat" cmpd="sng" algn="ctr">
                      <a:solidFill>
                        <a:srgbClr val="212123"/>
                      </a:solidFill>
                      <a:prstDash val="solid"/>
                      <a:round/>
                      <a:headEnd type="none" w="med" len="med"/>
                      <a:tailEnd type="none" w="med" len="med"/>
                    </a:lnR>
                    <a:lnT w="12700" cap="flat" cmpd="sng" algn="ctr">
                      <a:solidFill>
                        <a:srgbClr val="212123"/>
                      </a:solidFill>
                      <a:prstDash val="solid"/>
                      <a:round/>
                      <a:headEnd type="none" w="med" len="med"/>
                      <a:tailEnd type="none" w="med" len="med"/>
                    </a:lnT>
                    <a:lnB w="12700" cap="flat" cmpd="sng" algn="ctr">
                      <a:solidFill>
                        <a:srgbClr val="212123"/>
                      </a:solidFill>
                      <a:prstDash val="solid"/>
                      <a:round/>
                      <a:headEnd type="none" w="med" len="med"/>
                      <a:tailEnd type="none" w="med" len="med"/>
                    </a:lnB>
                  </a:tcPr>
                </a:tc>
                <a:tc>
                  <a:txBody>
                    <a:bodyPr/>
                    <a:lstStyle/>
                    <a:p>
                      <a:pPr algn="ctr" indent="0" marL="0">
                        <a:buNone/>
                      </a:pPr>
                      <a:r>
                        <a:rPr lang="en-US" sz="1100" dirty="0">
                          <a:solidFill>
                            <a:srgbClr val="1D1D1D"/>
                          </a:solidFill>
                          <a:latin typeface="Times New Roman" pitchFamily="34" charset="0"/>
                          <a:ea typeface="Times New Roman" pitchFamily="34" charset="-122"/>
                          <a:cs typeface="Times New Roman" pitchFamily="34" charset="-120"/>
                        </a:rPr>
                        <a:t>Lucrări freehand / la mână liberă</a:t>
                      </a:r>
                      <a:endParaRPr lang="en-US" sz="1100" dirty="0">
                        <a:latin typeface="Times New Roman" charset="0"/>
                        <a:ea typeface="Times New Roman" charset="0"/>
                        <a:cs typeface="Times New Roman" charset="0"/>
                      </a:endParaRPr>
                    </a:p>
                  </a:txBody>
                  <a:tcPr marL="54864" marR="54864" marT="27432" marB="27432" anchor="ctr">
                    <a:lnL w="12700" cap="flat" cmpd="sng" algn="ctr">
                      <a:solidFill>
                        <a:srgbClr val="212123"/>
                      </a:solidFill>
                      <a:prstDash val="solid"/>
                      <a:round/>
                      <a:headEnd type="none" w="med" len="med"/>
                      <a:tailEnd type="none" w="med" len="med"/>
                    </a:lnL>
                    <a:lnR w="12700" cap="flat" cmpd="sng" algn="ctr">
                      <a:solidFill>
                        <a:srgbClr val="212123"/>
                      </a:solidFill>
                      <a:prstDash val="solid"/>
                      <a:round/>
                      <a:headEnd type="none" w="med" len="med"/>
                      <a:tailEnd type="none" w="med" len="med"/>
                    </a:lnR>
                    <a:lnT w="12700" cap="flat" cmpd="sng" algn="ctr">
                      <a:solidFill>
                        <a:srgbClr val="212123"/>
                      </a:solidFill>
                      <a:prstDash val="solid"/>
                      <a:round/>
                      <a:headEnd type="none" w="med" len="med"/>
                      <a:tailEnd type="none" w="med" len="med"/>
                    </a:lnT>
                    <a:lnB w="12700" cap="flat" cmpd="sng" algn="ctr">
                      <a:solidFill>
                        <a:srgbClr val="212123"/>
                      </a:solidFill>
                      <a:prstDash val="solid"/>
                      <a:round/>
                      <a:headEnd type="none" w="med" len="med"/>
                      <a:tailEnd type="none" w="med" len="med"/>
                    </a:lnB>
                  </a:tcPr>
                </a:tc>
                <a:tc>
                  <a:txBody>
                    <a:bodyPr/>
                    <a:lstStyle/>
                    <a:p>
                      <a:pPr algn="ctr" indent="0" marL="0">
                        <a:buNone/>
                      </a:pPr>
                      <a:r>
                        <a:rPr lang="en-US" sz="1100" dirty="0">
                          <a:solidFill>
                            <a:srgbClr val="1D1D1D"/>
                          </a:solidFill>
                          <a:latin typeface="Times New Roman" pitchFamily="34" charset="0"/>
                          <a:ea typeface="Times New Roman" pitchFamily="34" charset="-122"/>
                          <a:cs typeface="Times New Roman" pitchFamily="34" charset="-120"/>
                        </a:rPr>
                        <a:t>Toate, cu excepția aplicării în rădăcină</a:t>
                      </a:r>
                      <a:endParaRPr lang="en-US" sz="1100" dirty="0">
                        <a:latin typeface="Times New Roman" charset="0"/>
                        <a:ea typeface="Times New Roman" charset="0"/>
                        <a:cs typeface="Times New Roman" charset="0"/>
                      </a:endParaRPr>
                    </a:p>
                  </a:txBody>
                  <a:tcPr marL="54864" marR="54864" marT="27432" marB="27432" anchor="ctr">
                    <a:lnL w="12700" cap="flat" cmpd="sng" algn="ctr">
                      <a:solidFill>
                        <a:srgbClr val="212123"/>
                      </a:solidFill>
                      <a:prstDash val="solid"/>
                      <a:round/>
                      <a:headEnd type="none" w="med" len="med"/>
                      <a:tailEnd type="none" w="med" len="med"/>
                    </a:lnL>
                    <a:lnR w="12700" cap="flat" cmpd="sng" algn="ctr">
                      <a:solidFill>
                        <a:srgbClr val="212123"/>
                      </a:solidFill>
                      <a:prstDash val="solid"/>
                      <a:round/>
                      <a:headEnd type="none" w="med" len="med"/>
                      <a:tailEnd type="none" w="med" len="med"/>
                    </a:lnR>
                    <a:lnT w="12700" cap="flat" cmpd="sng" algn="ctr">
                      <a:solidFill>
                        <a:srgbClr val="212123"/>
                      </a:solidFill>
                      <a:prstDash val="solid"/>
                      <a:round/>
                      <a:headEnd type="none" w="med" len="med"/>
                      <a:tailEnd type="none" w="med" len="med"/>
                    </a:lnT>
                    <a:lnB w="12700" cap="flat" cmpd="sng" algn="ctr">
                      <a:solidFill>
                        <a:srgbClr val="212123"/>
                      </a:solidFill>
                      <a:prstDash val="solid"/>
                      <a:round/>
                      <a:headEnd type="none" w="med" len="med"/>
                      <a:tailEnd type="none" w="med" len="med"/>
                    </a:lnB>
                  </a:tcPr>
                </a:tc>
                <a:tc>
                  <a:txBody>
                    <a:bodyPr/>
                    <a:lstStyle/>
                    <a:p>
                      <a:pPr algn="ctr" indent="0" marL="0">
                        <a:buNone/>
                      </a:pPr>
                      <a:r>
                        <a:rPr lang="en-US" sz="1100" dirty="0">
                          <a:solidFill>
                            <a:srgbClr val="1D1D1D"/>
                          </a:solidFill>
                          <a:latin typeface="Times New Roman" pitchFamily="34" charset="0"/>
                          <a:ea typeface="Times New Roman" pitchFamily="34" charset="-122"/>
                          <a:cs typeface="Times New Roman" pitchFamily="34" charset="-120"/>
                        </a:rPr>
                        <a:t>Toate, cu excepția aplicării în rădăcină</a:t>
                      </a:r>
                      <a:endParaRPr lang="en-US" sz="1100" dirty="0">
                        <a:latin typeface="Times New Roman" charset="0"/>
                        <a:ea typeface="Times New Roman" charset="0"/>
                        <a:cs typeface="Times New Roman" charset="0"/>
                      </a:endParaRPr>
                    </a:p>
                  </a:txBody>
                  <a:tcPr marL="54864" marR="54864" marT="27432" marB="27432" anchor="ctr">
                    <a:lnL w="12700" cap="flat" cmpd="sng" algn="ctr">
                      <a:solidFill>
                        <a:srgbClr val="212123"/>
                      </a:solidFill>
                      <a:prstDash val="solid"/>
                      <a:round/>
                      <a:headEnd type="none" w="med" len="med"/>
                      <a:tailEnd type="none" w="med" len="med"/>
                    </a:lnL>
                    <a:lnR w="12700" cap="flat" cmpd="sng" algn="ctr">
                      <a:solidFill>
                        <a:srgbClr val="212123"/>
                      </a:solidFill>
                      <a:prstDash val="solid"/>
                      <a:round/>
                      <a:headEnd type="none" w="med" len="med"/>
                      <a:tailEnd type="none" w="med" len="med"/>
                    </a:lnR>
                    <a:lnT w="12700" cap="flat" cmpd="sng" algn="ctr">
                      <a:solidFill>
                        <a:srgbClr val="212123"/>
                      </a:solidFill>
                      <a:prstDash val="solid"/>
                      <a:round/>
                      <a:headEnd type="none" w="med" len="med"/>
                      <a:tailEnd type="none" w="med" len="med"/>
                    </a:lnT>
                    <a:lnB w="12700" cap="flat" cmpd="sng" algn="ctr">
                      <a:solidFill>
                        <a:srgbClr val="212123"/>
                      </a:solidFill>
                      <a:prstDash val="solid"/>
                      <a:round/>
                      <a:headEnd type="none" w="med" len="med"/>
                      <a:tailEnd type="none" w="med" len="med"/>
                    </a:lnB>
                  </a:tcPr>
                </a:tc>
              </a:tr>
              <a:tr h="329184">
                <a:tc>
                  <a:txBody>
                    <a:bodyPr/>
                    <a:lstStyle/>
                    <a:p>
                      <a:pPr algn="l" indent="0" marL="0">
                        <a:buNone/>
                      </a:pPr>
                      <a:r>
                        <a:rPr lang="en-US" sz="1100" b="1" dirty="0">
                          <a:solidFill>
                            <a:srgbClr val="1D1D1D"/>
                          </a:solidFill>
                          <a:latin typeface="Times New Roman" pitchFamily="34" charset="0"/>
                          <a:ea typeface="Times New Roman" pitchFamily="34" charset="-122"/>
                          <a:cs typeface="Times New Roman" pitchFamily="34" charset="-120"/>
                        </a:rPr>
                        <a:t>Raport de amestec</a:t>
                      </a:r>
                      <a:endParaRPr lang="en-US" sz="1100" dirty="0">
                        <a:latin typeface="Times New Roman" charset="0"/>
                        <a:ea typeface="Times New Roman" charset="0"/>
                        <a:cs typeface="Times New Roman" charset="0"/>
                      </a:endParaRPr>
                    </a:p>
                  </a:txBody>
                  <a:tcPr marL="54864" marR="54864" marT="27432" marB="27432" anchor="ctr">
                    <a:lnL w="12700" cap="flat" cmpd="sng" algn="ctr">
                      <a:solidFill>
                        <a:srgbClr val="212123"/>
                      </a:solidFill>
                      <a:prstDash val="solid"/>
                      <a:round/>
                      <a:headEnd type="none" w="med" len="med"/>
                      <a:tailEnd type="none" w="med" len="med"/>
                    </a:lnL>
                    <a:lnR w="12700" cap="flat" cmpd="sng" algn="ctr">
                      <a:solidFill>
                        <a:srgbClr val="212123"/>
                      </a:solidFill>
                      <a:prstDash val="solid"/>
                      <a:round/>
                      <a:headEnd type="none" w="med" len="med"/>
                      <a:tailEnd type="none" w="med" len="med"/>
                    </a:lnR>
                    <a:lnT w="12700" cap="flat" cmpd="sng" algn="ctr">
                      <a:solidFill>
                        <a:srgbClr val="212123"/>
                      </a:solidFill>
                      <a:prstDash val="solid"/>
                      <a:round/>
                      <a:headEnd type="none" w="med" len="med"/>
                      <a:tailEnd type="none" w="med" len="med"/>
                    </a:lnT>
                    <a:lnB w="12700" cap="flat" cmpd="sng" algn="ctr">
                      <a:solidFill>
                        <a:srgbClr val="212123"/>
                      </a:solidFill>
                      <a:prstDash val="solid"/>
                      <a:round/>
                      <a:headEnd type="none" w="med" len="med"/>
                      <a:tailEnd type="none" w="med" len="med"/>
                    </a:lnB>
                    <a:solidFill>
                      <a:srgbClr val="E1E0E6"/>
                    </a:solidFill>
                  </a:tcPr>
                </a:tc>
                <a:tc>
                  <a:txBody>
                    <a:bodyPr/>
                    <a:lstStyle/>
                    <a:p>
                      <a:pPr algn="ctr" indent="0" marL="0">
                        <a:buNone/>
                      </a:pPr>
                      <a:r>
                        <a:rPr lang="en-US" sz="1100" dirty="0">
                          <a:solidFill>
                            <a:srgbClr val="1D1D1D"/>
                          </a:solidFill>
                          <a:latin typeface="Times New Roman" pitchFamily="34" charset="0"/>
                          <a:ea typeface="Times New Roman" pitchFamily="34" charset="-122"/>
                          <a:cs typeface="Times New Roman" pitchFamily="34" charset="-120"/>
                        </a:rPr>
                        <a:t>1:1,5</a:t>
                      </a:r>
                      <a:endParaRPr lang="en-US" sz="1100" dirty="0">
                        <a:latin typeface="Times New Roman" charset="0"/>
                        <a:ea typeface="Times New Roman" charset="0"/>
                        <a:cs typeface="Times New Roman" charset="0"/>
                      </a:endParaRPr>
                    </a:p>
                  </a:txBody>
                  <a:tcPr marL="54864" marR="54864" marT="27432" marB="27432" anchor="ctr">
                    <a:lnL w="12700" cap="flat" cmpd="sng" algn="ctr">
                      <a:solidFill>
                        <a:srgbClr val="212123"/>
                      </a:solidFill>
                      <a:prstDash val="solid"/>
                      <a:round/>
                      <a:headEnd type="none" w="med" len="med"/>
                      <a:tailEnd type="none" w="med" len="med"/>
                    </a:lnL>
                    <a:lnR w="12700" cap="flat" cmpd="sng" algn="ctr">
                      <a:solidFill>
                        <a:srgbClr val="212123"/>
                      </a:solidFill>
                      <a:prstDash val="solid"/>
                      <a:round/>
                      <a:headEnd type="none" w="med" len="med"/>
                      <a:tailEnd type="none" w="med" len="med"/>
                    </a:lnR>
                    <a:lnT w="12700" cap="flat" cmpd="sng" algn="ctr">
                      <a:solidFill>
                        <a:srgbClr val="212123"/>
                      </a:solidFill>
                      <a:prstDash val="solid"/>
                      <a:round/>
                      <a:headEnd type="none" w="med" len="med"/>
                      <a:tailEnd type="none" w="med" len="med"/>
                    </a:lnT>
                    <a:lnB w="12700" cap="flat" cmpd="sng" algn="ctr">
                      <a:solidFill>
                        <a:srgbClr val="212123"/>
                      </a:solidFill>
                      <a:prstDash val="solid"/>
                      <a:round/>
                      <a:headEnd type="none" w="med" len="med"/>
                      <a:tailEnd type="none" w="med" len="med"/>
                    </a:lnB>
                  </a:tcPr>
                </a:tc>
                <a:tc>
                  <a:txBody>
                    <a:bodyPr/>
                    <a:lstStyle/>
                    <a:p>
                      <a:pPr algn="ctr" indent="0" marL="0">
                        <a:buNone/>
                      </a:pPr>
                      <a:r>
                        <a:rPr lang="en-US" sz="1100" dirty="0">
                          <a:solidFill>
                            <a:srgbClr val="1D1D1D"/>
                          </a:solidFill>
                          <a:latin typeface="Times New Roman" pitchFamily="34" charset="0"/>
                          <a:ea typeface="Times New Roman" pitchFamily="34" charset="-122"/>
                          <a:cs typeface="Times New Roman" pitchFamily="34" charset="-120"/>
                        </a:rPr>
                        <a:t>De la 1:1,5 la 1:2</a:t>
                      </a:r>
                      <a:endParaRPr lang="en-US" sz="1100" dirty="0">
                        <a:latin typeface="Times New Roman" charset="0"/>
                        <a:ea typeface="Times New Roman" charset="0"/>
                        <a:cs typeface="Times New Roman" charset="0"/>
                      </a:endParaRPr>
                    </a:p>
                  </a:txBody>
                  <a:tcPr marL="54864" marR="54864" marT="27432" marB="27432" anchor="ctr">
                    <a:lnL w="12700" cap="flat" cmpd="sng" algn="ctr">
                      <a:solidFill>
                        <a:srgbClr val="212123"/>
                      </a:solidFill>
                      <a:prstDash val="solid"/>
                      <a:round/>
                      <a:headEnd type="none" w="med" len="med"/>
                      <a:tailEnd type="none" w="med" len="med"/>
                    </a:lnL>
                    <a:lnR w="12700" cap="flat" cmpd="sng" algn="ctr">
                      <a:solidFill>
                        <a:srgbClr val="212123"/>
                      </a:solidFill>
                      <a:prstDash val="solid"/>
                      <a:round/>
                      <a:headEnd type="none" w="med" len="med"/>
                      <a:tailEnd type="none" w="med" len="med"/>
                    </a:lnR>
                    <a:lnT w="12700" cap="flat" cmpd="sng" algn="ctr">
                      <a:solidFill>
                        <a:srgbClr val="212123"/>
                      </a:solidFill>
                      <a:prstDash val="solid"/>
                      <a:round/>
                      <a:headEnd type="none" w="med" len="med"/>
                      <a:tailEnd type="none" w="med" len="med"/>
                    </a:lnT>
                    <a:lnB w="12700" cap="flat" cmpd="sng" algn="ctr">
                      <a:solidFill>
                        <a:srgbClr val="212123"/>
                      </a:solidFill>
                      <a:prstDash val="solid"/>
                      <a:round/>
                      <a:headEnd type="none" w="med" len="med"/>
                      <a:tailEnd type="none" w="med" len="med"/>
                    </a:lnB>
                  </a:tcPr>
                </a:tc>
                <a:tc>
                  <a:txBody>
                    <a:bodyPr/>
                    <a:lstStyle/>
                    <a:p>
                      <a:pPr algn="ctr" indent="0" marL="0">
                        <a:buNone/>
                      </a:pPr>
                      <a:r>
                        <a:rPr lang="en-US" sz="1100" dirty="0">
                          <a:solidFill>
                            <a:srgbClr val="1D1D1D"/>
                          </a:solidFill>
                          <a:latin typeface="Times New Roman" pitchFamily="34" charset="0"/>
                          <a:ea typeface="Times New Roman" pitchFamily="34" charset="-122"/>
                          <a:cs typeface="Times New Roman" pitchFamily="34" charset="-120"/>
                        </a:rPr>
                        <a:t>1:1</a:t>
                      </a:r>
                      <a:endParaRPr lang="en-US" sz="1100" dirty="0">
                        <a:latin typeface="Times New Roman" charset="0"/>
                        <a:ea typeface="Times New Roman" charset="0"/>
                        <a:cs typeface="Times New Roman" charset="0"/>
                      </a:endParaRPr>
                    </a:p>
                  </a:txBody>
                  <a:tcPr marL="54864" marR="54864" marT="27432" marB="27432" anchor="ctr">
                    <a:lnL w="12700" cap="flat" cmpd="sng" algn="ctr">
                      <a:solidFill>
                        <a:srgbClr val="212123"/>
                      </a:solidFill>
                      <a:prstDash val="solid"/>
                      <a:round/>
                      <a:headEnd type="none" w="med" len="med"/>
                      <a:tailEnd type="none" w="med" len="med"/>
                    </a:lnL>
                    <a:lnR w="12700" cap="flat" cmpd="sng" algn="ctr">
                      <a:solidFill>
                        <a:srgbClr val="212123"/>
                      </a:solidFill>
                      <a:prstDash val="solid"/>
                      <a:round/>
                      <a:headEnd type="none" w="med" len="med"/>
                      <a:tailEnd type="none" w="med" len="med"/>
                    </a:lnR>
                    <a:lnT w="12700" cap="flat" cmpd="sng" algn="ctr">
                      <a:solidFill>
                        <a:srgbClr val="212123"/>
                      </a:solidFill>
                      <a:prstDash val="solid"/>
                      <a:round/>
                      <a:headEnd type="none" w="med" len="med"/>
                      <a:tailEnd type="none" w="med" len="med"/>
                    </a:lnT>
                    <a:lnB w="12700" cap="flat" cmpd="sng" algn="ctr">
                      <a:solidFill>
                        <a:srgbClr val="212123"/>
                      </a:solidFill>
                      <a:prstDash val="solid"/>
                      <a:round/>
                      <a:headEnd type="none" w="med" len="med"/>
                      <a:tailEnd type="none" w="med" len="med"/>
                    </a:lnB>
                  </a:tcPr>
                </a:tc>
                <a:tc>
                  <a:txBody>
                    <a:bodyPr/>
                    <a:lstStyle/>
                    <a:p>
                      <a:pPr algn="ctr" indent="0" marL="0">
                        <a:buNone/>
                      </a:pPr>
                      <a:r>
                        <a:rPr lang="en-US" sz="1100" dirty="0">
                          <a:solidFill>
                            <a:srgbClr val="1D1D1D"/>
                          </a:solidFill>
                          <a:latin typeface="Times New Roman" pitchFamily="34" charset="0"/>
                          <a:ea typeface="Times New Roman" pitchFamily="34" charset="-122"/>
                          <a:cs typeface="Times New Roman" pitchFamily="34" charset="-120"/>
                        </a:rPr>
                        <a:t>Da 1:1.5 a 1:2</a:t>
                      </a:r>
                      <a:endParaRPr lang="en-US" sz="1100" dirty="0">
                        <a:latin typeface="Times New Roman" charset="0"/>
                        <a:ea typeface="Times New Roman" charset="0"/>
                        <a:cs typeface="Times New Roman" charset="0"/>
                      </a:endParaRPr>
                    </a:p>
                  </a:txBody>
                  <a:tcPr marL="54864" marR="54864" marT="27432" marB="27432" anchor="ctr">
                    <a:lnL w="12700" cap="flat" cmpd="sng" algn="ctr">
                      <a:solidFill>
                        <a:srgbClr val="212123"/>
                      </a:solidFill>
                      <a:prstDash val="solid"/>
                      <a:round/>
                      <a:headEnd type="none" w="med" len="med"/>
                      <a:tailEnd type="none" w="med" len="med"/>
                    </a:lnL>
                    <a:lnR w="12700" cap="flat" cmpd="sng" algn="ctr">
                      <a:solidFill>
                        <a:srgbClr val="212123"/>
                      </a:solidFill>
                      <a:prstDash val="solid"/>
                      <a:round/>
                      <a:headEnd type="none" w="med" len="med"/>
                      <a:tailEnd type="none" w="med" len="med"/>
                    </a:lnR>
                    <a:lnT w="12700" cap="flat" cmpd="sng" algn="ctr">
                      <a:solidFill>
                        <a:srgbClr val="212123"/>
                      </a:solidFill>
                      <a:prstDash val="solid"/>
                      <a:round/>
                      <a:headEnd type="none" w="med" len="med"/>
                      <a:tailEnd type="none" w="med" len="med"/>
                    </a:lnT>
                    <a:lnB w="12700" cap="flat" cmpd="sng" algn="ctr">
                      <a:solidFill>
                        <a:srgbClr val="212123"/>
                      </a:solidFill>
                      <a:prstDash val="solid"/>
                      <a:round/>
                      <a:headEnd type="none" w="med" len="med"/>
                      <a:tailEnd type="none" w="med" len="med"/>
                    </a:lnB>
                  </a:tcPr>
                </a:tc>
                <a:tc>
                  <a:txBody>
                    <a:bodyPr/>
                    <a:lstStyle/>
                    <a:p>
                      <a:pPr algn="ctr" indent="0" marL="0">
                        <a:buNone/>
                      </a:pPr>
                      <a:r>
                        <a:rPr lang="en-US" sz="1100" dirty="0">
                          <a:solidFill>
                            <a:srgbClr val="1D1D1D"/>
                          </a:solidFill>
                          <a:latin typeface="Times New Roman" pitchFamily="34" charset="0"/>
                          <a:ea typeface="Times New Roman" pitchFamily="34" charset="-122"/>
                          <a:cs typeface="Times New Roman" pitchFamily="34" charset="-120"/>
                        </a:rPr>
                        <a:t>1:2</a:t>
                      </a:r>
                      <a:endParaRPr lang="en-US" sz="1100" dirty="0">
                        <a:latin typeface="Times New Roman" charset="0"/>
                        <a:ea typeface="Times New Roman" charset="0"/>
                        <a:cs typeface="Times New Roman" charset="0"/>
                      </a:endParaRPr>
                    </a:p>
                  </a:txBody>
                  <a:tcPr marL="54864" marR="54864" marT="27432" marB="27432" anchor="ctr">
                    <a:lnL w="12700" cap="flat" cmpd="sng" algn="ctr">
                      <a:solidFill>
                        <a:srgbClr val="212123"/>
                      </a:solidFill>
                      <a:prstDash val="solid"/>
                      <a:round/>
                      <a:headEnd type="none" w="med" len="med"/>
                      <a:tailEnd type="none" w="med" len="med"/>
                    </a:lnL>
                    <a:lnR w="12700" cap="flat" cmpd="sng" algn="ctr">
                      <a:solidFill>
                        <a:srgbClr val="212123"/>
                      </a:solidFill>
                      <a:prstDash val="solid"/>
                      <a:round/>
                      <a:headEnd type="none" w="med" len="med"/>
                      <a:tailEnd type="none" w="med" len="med"/>
                    </a:lnR>
                    <a:lnT w="12700" cap="flat" cmpd="sng" algn="ctr">
                      <a:solidFill>
                        <a:srgbClr val="212123"/>
                      </a:solidFill>
                      <a:prstDash val="solid"/>
                      <a:round/>
                      <a:headEnd type="none" w="med" len="med"/>
                      <a:tailEnd type="none" w="med" len="med"/>
                    </a:lnT>
                    <a:lnB w="12700" cap="flat" cmpd="sng" algn="ctr">
                      <a:solidFill>
                        <a:srgbClr val="212123"/>
                      </a:solidFill>
                      <a:prstDash val="solid"/>
                      <a:round/>
                      <a:headEnd type="none" w="med" len="med"/>
                      <a:tailEnd type="none" w="med" len="med"/>
                    </a:lnB>
                  </a:tcPr>
                </a:tc>
              </a:tr>
              <a:tr h="329184">
                <a:tc>
                  <a:txBody>
                    <a:bodyPr/>
                    <a:lstStyle/>
                    <a:p>
                      <a:pPr algn="l" indent="0" marL="0">
                        <a:buNone/>
                      </a:pPr>
                      <a:r>
                        <a:rPr lang="en-US" sz="1100" b="1" dirty="0">
                          <a:solidFill>
                            <a:srgbClr val="1D1D1D"/>
                          </a:solidFill>
                          <a:latin typeface="Times New Roman" pitchFamily="34" charset="0"/>
                          <a:ea typeface="Times New Roman" pitchFamily="34" charset="-122"/>
                          <a:cs typeface="Times New Roman" pitchFamily="34" charset="-120"/>
                        </a:rPr>
                        <a:t>Volume recomandate</a:t>
                      </a:r>
                      <a:endParaRPr lang="en-US" sz="1100" dirty="0">
                        <a:latin typeface="Times New Roman" charset="0"/>
                        <a:ea typeface="Times New Roman" charset="0"/>
                        <a:cs typeface="Times New Roman" charset="0"/>
                      </a:endParaRPr>
                    </a:p>
                  </a:txBody>
                  <a:tcPr marL="54864" marR="54864" marT="27432" marB="27432" anchor="ctr">
                    <a:lnL w="12700" cap="flat" cmpd="sng" algn="ctr">
                      <a:solidFill>
                        <a:srgbClr val="212123"/>
                      </a:solidFill>
                      <a:prstDash val="solid"/>
                      <a:round/>
                      <a:headEnd type="none" w="med" len="med"/>
                      <a:tailEnd type="none" w="med" len="med"/>
                    </a:lnL>
                    <a:lnR w="12700" cap="flat" cmpd="sng" algn="ctr">
                      <a:solidFill>
                        <a:srgbClr val="212123"/>
                      </a:solidFill>
                      <a:prstDash val="solid"/>
                      <a:round/>
                      <a:headEnd type="none" w="med" len="med"/>
                      <a:tailEnd type="none" w="med" len="med"/>
                    </a:lnR>
                    <a:lnT w="12700" cap="flat" cmpd="sng" algn="ctr">
                      <a:solidFill>
                        <a:srgbClr val="212123"/>
                      </a:solidFill>
                      <a:prstDash val="solid"/>
                      <a:round/>
                      <a:headEnd type="none" w="med" len="med"/>
                      <a:tailEnd type="none" w="med" len="med"/>
                    </a:lnT>
                    <a:lnB w="12700" cap="flat" cmpd="sng" algn="ctr">
                      <a:solidFill>
                        <a:srgbClr val="212123"/>
                      </a:solidFill>
                      <a:prstDash val="solid"/>
                      <a:round/>
                      <a:headEnd type="none" w="med" len="med"/>
                      <a:tailEnd type="none" w="med" len="med"/>
                    </a:lnB>
                    <a:solidFill>
                      <a:srgbClr val="E1E0E6"/>
                    </a:solidFill>
                  </a:tcPr>
                </a:tc>
                <a:tc>
                  <a:txBody>
                    <a:bodyPr/>
                    <a:lstStyle/>
                    <a:p>
                      <a:pPr algn="ctr" indent="0" marL="0">
                        <a:buNone/>
                      </a:pPr>
                      <a:r>
                        <a:rPr lang="en-US" sz="1100" dirty="0">
                          <a:solidFill>
                            <a:srgbClr val="1D1D1D"/>
                          </a:solidFill>
                          <a:latin typeface="Times New Roman" pitchFamily="34" charset="0"/>
                          <a:ea typeface="Times New Roman" pitchFamily="34" charset="-122"/>
                          <a:cs typeface="Times New Roman" pitchFamily="34" charset="-120"/>
                        </a:rPr>
                        <a:t>5, 10, 20</a:t>
                      </a:r>
                      <a:endParaRPr lang="en-US" sz="1100" dirty="0">
                        <a:latin typeface="Times New Roman" charset="0"/>
                        <a:ea typeface="Times New Roman" charset="0"/>
                        <a:cs typeface="Times New Roman" charset="0"/>
                      </a:endParaRPr>
                    </a:p>
                  </a:txBody>
                  <a:tcPr marL="54864" marR="54864" marT="27432" marB="27432" anchor="ctr">
                    <a:lnL w="12700" cap="flat" cmpd="sng" algn="ctr">
                      <a:solidFill>
                        <a:srgbClr val="212123"/>
                      </a:solidFill>
                      <a:prstDash val="solid"/>
                      <a:round/>
                      <a:headEnd type="none" w="med" len="med"/>
                      <a:tailEnd type="none" w="med" len="med"/>
                    </a:lnL>
                    <a:lnR w="12700" cap="flat" cmpd="sng" algn="ctr">
                      <a:solidFill>
                        <a:srgbClr val="212123"/>
                      </a:solidFill>
                      <a:prstDash val="solid"/>
                      <a:round/>
                      <a:headEnd type="none" w="med" len="med"/>
                      <a:tailEnd type="none" w="med" len="med"/>
                    </a:lnR>
                    <a:lnT w="12700" cap="flat" cmpd="sng" algn="ctr">
                      <a:solidFill>
                        <a:srgbClr val="212123"/>
                      </a:solidFill>
                      <a:prstDash val="solid"/>
                      <a:round/>
                      <a:headEnd type="none" w="med" len="med"/>
                      <a:tailEnd type="none" w="med" len="med"/>
                    </a:lnT>
                    <a:lnB w="12700" cap="flat" cmpd="sng" algn="ctr">
                      <a:solidFill>
                        <a:srgbClr val="212123"/>
                      </a:solidFill>
                      <a:prstDash val="solid"/>
                      <a:round/>
                      <a:headEnd type="none" w="med" len="med"/>
                      <a:tailEnd type="none" w="med" len="med"/>
                    </a:lnB>
                  </a:tcPr>
                </a:tc>
                <a:tc>
                  <a:txBody>
                    <a:bodyPr/>
                    <a:lstStyle/>
                    <a:p>
                      <a:pPr algn="ctr" indent="0" marL="0">
                        <a:buNone/>
                      </a:pPr>
                      <a:r>
                        <a:rPr lang="en-US" sz="1100" dirty="0">
                          <a:solidFill>
                            <a:srgbClr val="1D1D1D"/>
                          </a:solidFill>
                          <a:latin typeface="Times New Roman" pitchFamily="34" charset="0"/>
                          <a:ea typeface="Times New Roman" pitchFamily="34" charset="-122"/>
                          <a:cs typeface="Times New Roman" pitchFamily="34" charset="-120"/>
                        </a:rPr>
                        <a:t>5, 10, 20, 30, 40</a:t>
                      </a:r>
                      <a:endParaRPr lang="en-US" sz="1100" dirty="0">
                        <a:latin typeface="Times New Roman" charset="0"/>
                        <a:ea typeface="Times New Roman" charset="0"/>
                        <a:cs typeface="Times New Roman" charset="0"/>
                      </a:endParaRPr>
                    </a:p>
                  </a:txBody>
                  <a:tcPr marL="54864" marR="54864" marT="27432" marB="27432" anchor="ctr">
                    <a:lnL w="12700" cap="flat" cmpd="sng" algn="ctr">
                      <a:solidFill>
                        <a:srgbClr val="212123"/>
                      </a:solidFill>
                      <a:prstDash val="solid"/>
                      <a:round/>
                      <a:headEnd type="none" w="med" len="med"/>
                      <a:tailEnd type="none" w="med" len="med"/>
                    </a:lnL>
                    <a:lnR w="12700" cap="flat" cmpd="sng" algn="ctr">
                      <a:solidFill>
                        <a:srgbClr val="212123"/>
                      </a:solidFill>
                      <a:prstDash val="solid"/>
                      <a:round/>
                      <a:headEnd type="none" w="med" len="med"/>
                      <a:tailEnd type="none" w="med" len="med"/>
                    </a:lnR>
                    <a:lnT w="12700" cap="flat" cmpd="sng" algn="ctr">
                      <a:solidFill>
                        <a:srgbClr val="212123"/>
                      </a:solidFill>
                      <a:prstDash val="solid"/>
                      <a:round/>
                      <a:headEnd type="none" w="med" len="med"/>
                      <a:tailEnd type="none" w="med" len="med"/>
                    </a:lnT>
                    <a:lnB w="12700" cap="flat" cmpd="sng" algn="ctr">
                      <a:solidFill>
                        <a:srgbClr val="212123"/>
                      </a:solidFill>
                      <a:prstDash val="solid"/>
                      <a:round/>
                      <a:headEnd type="none" w="med" len="med"/>
                      <a:tailEnd type="none" w="med" len="med"/>
                    </a:lnB>
                  </a:tcPr>
                </a:tc>
                <a:tc>
                  <a:txBody>
                    <a:bodyPr/>
                    <a:lstStyle/>
                    <a:p>
                      <a:pPr algn="ctr" indent="0" marL="0">
                        <a:buNone/>
                      </a:pPr>
                      <a:r>
                        <a:rPr lang="en-US" sz="1100" dirty="0">
                          <a:solidFill>
                            <a:srgbClr val="1D1D1D"/>
                          </a:solidFill>
                          <a:latin typeface="Times New Roman" pitchFamily="34" charset="0"/>
                          <a:ea typeface="Times New Roman" pitchFamily="34" charset="-122"/>
                          <a:cs typeface="Times New Roman" pitchFamily="34" charset="-120"/>
                        </a:rPr>
                        <a:t>5, 10, 20, 30, 40</a:t>
                      </a:r>
                      <a:endParaRPr lang="en-US" sz="1100" dirty="0">
                        <a:latin typeface="Times New Roman" charset="0"/>
                        <a:ea typeface="Times New Roman" charset="0"/>
                        <a:cs typeface="Times New Roman" charset="0"/>
                      </a:endParaRPr>
                    </a:p>
                  </a:txBody>
                  <a:tcPr marL="54864" marR="54864" marT="27432" marB="27432" anchor="ctr">
                    <a:lnL w="12700" cap="flat" cmpd="sng" algn="ctr">
                      <a:solidFill>
                        <a:srgbClr val="212123"/>
                      </a:solidFill>
                      <a:prstDash val="solid"/>
                      <a:round/>
                      <a:headEnd type="none" w="med" len="med"/>
                      <a:tailEnd type="none" w="med" len="med"/>
                    </a:lnL>
                    <a:lnR w="12700" cap="flat" cmpd="sng" algn="ctr">
                      <a:solidFill>
                        <a:srgbClr val="212123"/>
                      </a:solidFill>
                      <a:prstDash val="solid"/>
                      <a:round/>
                      <a:headEnd type="none" w="med" len="med"/>
                      <a:tailEnd type="none" w="med" len="med"/>
                    </a:lnR>
                    <a:lnT w="12700" cap="flat" cmpd="sng" algn="ctr">
                      <a:solidFill>
                        <a:srgbClr val="212123"/>
                      </a:solidFill>
                      <a:prstDash val="solid"/>
                      <a:round/>
                      <a:headEnd type="none" w="med" len="med"/>
                      <a:tailEnd type="none" w="med" len="med"/>
                    </a:lnT>
                    <a:lnB w="12700" cap="flat" cmpd="sng" algn="ctr">
                      <a:solidFill>
                        <a:srgbClr val="212123"/>
                      </a:solidFill>
                      <a:prstDash val="solid"/>
                      <a:round/>
                      <a:headEnd type="none" w="med" len="med"/>
                      <a:tailEnd type="none" w="med" len="med"/>
                    </a:lnB>
                  </a:tcPr>
                </a:tc>
                <a:tc>
                  <a:txBody>
                    <a:bodyPr/>
                    <a:lstStyle/>
                    <a:p>
                      <a:pPr algn="ctr" indent="0" marL="0">
                        <a:buNone/>
                      </a:pPr>
                      <a:r>
                        <a:rPr lang="en-US" sz="1100" dirty="0">
                          <a:solidFill>
                            <a:srgbClr val="1D1D1D"/>
                          </a:solidFill>
                          <a:latin typeface="Times New Roman" pitchFamily="34" charset="0"/>
                          <a:ea typeface="Times New Roman" pitchFamily="34" charset="-122"/>
                          <a:cs typeface="Times New Roman" pitchFamily="34" charset="-120"/>
                        </a:rPr>
                        <a:t>20, 30</a:t>
                      </a:r>
                      <a:endParaRPr lang="en-US" sz="1100" dirty="0">
                        <a:latin typeface="Times New Roman" charset="0"/>
                        <a:ea typeface="Times New Roman" charset="0"/>
                        <a:cs typeface="Times New Roman" charset="0"/>
                      </a:endParaRPr>
                    </a:p>
                  </a:txBody>
                  <a:tcPr marL="54864" marR="54864" marT="27432" marB="27432" anchor="ctr">
                    <a:lnL w="12700" cap="flat" cmpd="sng" algn="ctr">
                      <a:solidFill>
                        <a:srgbClr val="212123"/>
                      </a:solidFill>
                      <a:prstDash val="solid"/>
                      <a:round/>
                      <a:headEnd type="none" w="med" len="med"/>
                      <a:tailEnd type="none" w="med" len="med"/>
                    </a:lnL>
                    <a:lnR w="12700" cap="flat" cmpd="sng" algn="ctr">
                      <a:solidFill>
                        <a:srgbClr val="212123"/>
                      </a:solidFill>
                      <a:prstDash val="solid"/>
                      <a:round/>
                      <a:headEnd type="none" w="med" len="med"/>
                      <a:tailEnd type="none" w="med" len="med"/>
                    </a:lnR>
                    <a:lnT w="12700" cap="flat" cmpd="sng" algn="ctr">
                      <a:solidFill>
                        <a:srgbClr val="212123"/>
                      </a:solidFill>
                      <a:prstDash val="solid"/>
                      <a:round/>
                      <a:headEnd type="none" w="med" len="med"/>
                      <a:tailEnd type="none" w="med" len="med"/>
                    </a:lnT>
                    <a:lnB w="12700" cap="flat" cmpd="sng" algn="ctr">
                      <a:solidFill>
                        <a:srgbClr val="212123"/>
                      </a:solidFill>
                      <a:prstDash val="solid"/>
                      <a:round/>
                      <a:headEnd type="none" w="med" len="med"/>
                      <a:tailEnd type="none" w="med" len="med"/>
                    </a:lnB>
                  </a:tcPr>
                </a:tc>
                <a:tc>
                  <a:txBody>
                    <a:bodyPr/>
                    <a:lstStyle/>
                    <a:p>
                      <a:pPr algn="ctr" indent="0" marL="0">
                        <a:buNone/>
                      </a:pPr>
                      <a:r>
                        <a:rPr lang="en-US" sz="1100" dirty="0">
                          <a:solidFill>
                            <a:srgbClr val="1D1D1D"/>
                          </a:solidFill>
                          <a:latin typeface="Times New Roman" pitchFamily="34" charset="0"/>
                          <a:ea typeface="Times New Roman" pitchFamily="34" charset="-122"/>
                          <a:cs typeface="Times New Roman" pitchFamily="34" charset="-120"/>
                        </a:rPr>
                        <a:t>20, 30</a:t>
                      </a:r>
                      <a:endParaRPr lang="en-US" sz="1100" dirty="0">
                        <a:latin typeface="Times New Roman" charset="0"/>
                        <a:ea typeface="Times New Roman" charset="0"/>
                        <a:cs typeface="Times New Roman" charset="0"/>
                      </a:endParaRPr>
                    </a:p>
                  </a:txBody>
                  <a:tcPr marL="54864" marR="54864" marT="27432" marB="27432" anchor="ctr">
                    <a:lnL w="12700" cap="flat" cmpd="sng" algn="ctr">
                      <a:solidFill>
                        <a:srgbClr val="212123"/>
                      </a:solidFill>
                      <a:prstDash val="solid"/>
                      <a:round/>
                      <a:headEnd type="none" w="med" len="med"/>
                      <a:tailEnd type="none" w="med" len="med"/>
                    </a:lnL>
                    <a:lnR w="12700" cap="flat" cmpd="sng" algn="ctr">
                      <a:solidFill>
                        <a:srgbClr val="212123"/>
                      </a:solidFill>
                      <a:prstDash val="solid"/>
                      <a:round/>
                      <a:headEnd type="none" w="med" len="med"/>
                      <a:tailEnd type="none" w="med" len="med"/>
                    </a:lnR>
                    <a:lnT w="12700" cap="flat" cmpd="sng" algn="ctr">
                      <a:solidFill>
                        <a:srgbClr val="212123"/>
                      </a:solidFill>
                      <a:prstDash val="solid"/>
                      <a:round/>
                      <a:headEnd type="none" w="med" len="med"/>
                      <a:tailEnd type="none" w="med" len="med"/>
                    </a:lnT>
                    <a:lnB w="12700" cap="flat" cmpd="sng" algn="ctr">
                      <a:solidFill>
                        <a:srgbClr val="212123"/>
                      </a:solidFill>
                      <a:prstDash val="solid"/>
                      <a:round/>
                      <a:headEnd type="none" w="med" len="med"/>
                      <a:tailEnd type="none" w="med" len="med"/>
                    </a:lnB>
                  </a:tcPr>
                </a:tc>
              </a:tr>
              <a:tr h="329184">
                <a:tc>
                  <a:txBody>
                    <a:bodyPr/>
                    <a:lstStyle/>
                    <a:p>
                      <a:pPr algn="l" indent="0" marL="0">
                        <a:buNone/>
                      </a:pPr>
                      <a:r>
                        <a:rPr lang="en-US" sz="1100" b="1" dirty="0">
                          <a:solidFill>
                            <a:srgbClr val="1D1D1D"/>
                          </a:solidFill>
                          <a:latin typeface="Times New Roman" pitchFamily="34" charset="0"/>
                          <a:ea typeface="Times New Roman" pitchFamily="34" charset="-122"/>
                          <a:cs typeface="Times New Roman" pitchFamily="34" charset="-120"/>
                        </a:rPr>
                        <a:t>Timp de acționare*</a:t>
                      </a:r>
                      <a:endParaRPr lang="en-US" sz="1100" dirty="0">
                        <a:latin typeface="Times New Roman" charset="0"/>
                        <a:ea typeface="Times New Roman" charset="0"/>
                        <a:cs typeface="Times New Roman" charset="0"/>
                      </a:endParaRPr>
                    </a:p>
                  </a:txBody>
                  <a:tcPr marL="54864" marR="54864" marT="27432" marB="27432" anchor="ctr">
                    <a:lnL w="12700" cap="flat" cmpd="sng" algn="ctr">
                      <a:solidFill>
                        <a:srgbClr val="212123"/>
                      </a:solidFill>
                      <a:prstDash val="solid"/>
                      <a:round/>
                      <a:headEnd type="none" w="med" len="med"/>
                      <a:tailEnd type="none" w="med" len="med"/>
                    </a:lnL>
                    <a:lnR w="12700" cap="flat" cmpd="sng" algn="ctr">
                      <a:solidFill>
                        <a:srgbClr val="212123"/>
                      </a:solidFill>
                      <a:prstDash val="solid"/>
                      <a:round/>
                      <a:headEnd type="none" w="med" len="med"/>
                      <a:tailEnd type="none" w="med" len="med"/>
                    </a:lnR>
                    <a:lnT w="12700" cap="flat" cmpd="sng" algn="ctr">
                      <a:solidFill>
                        <a:srgbClr val="212123"/>
                      </a:solidFill>
                      <a:prstDash val="solid"/>
                      <a:round/>
                      <a:headEnd type="none" w="med" len="med"/>
                      <a:tailEnd type="none" w="med" len="med"/>
                    </a:lnT>
                    <a:lnB w="12700" cap="flat" cmpd="sng" algn="ctr">
                      <a:solidFill>
                        <a:srgbClr val="212123"/>
                      </a:solidFill>
                      <a:prstDash val="solid"/>
                      <a:round/>
                      <a:headEnd type="none" w="med" len="med"/>
                      <a:tailEnd type="none" w="med" len="med"/>
                    </a:lnB>
                    <a:solidFill>
                      <a:srgbClr val="E1E0E6"/>
                    </a:solidFill>
                  </a:tcPr>
                </a:tc>
                <a:tc gridSpan="5">
                  <a:txBody>
                    <a:bodyPr/>
                    <a:lstStyle/>
                    <a:p>
                      <a:pPr algn="ctr" indent="0" marL="0">
                        <a:buNone/>
                      </a:pPr>
                      <a:r>
                        <a:rPr lang="en-US" sz="1100" dirty="0">
                          <a:solidFill>
                            <a:srgbClr val="1D1D1D"/>
                          </a:solidFill>
                          <a:latin typeface="Times New Roman" pitchFamily="34" charset="0"/>
                          <a:ea typeface="Times New Roman" pitchFamily="34" charset="-122"/>
                          <a:cs typeface="Times New Roman" pitchFamily="34" charset="-120"/>
                        </a:rPr>
                        <a:t>Până la 50’</a:t>
                      </a:r>
                      <a:endParaRPr lang="en-US" sz="1100" dirty="0">
                        <a:latin typeface="Times New Roman" charset="0"/>
                        <a:ea typeface="Times New Roman" charset="0"/>
                        <a:cs typeface="Times New Roman" charset="0"/>
                      </a:endParaRPr>
                    </a:p>
                  </a:txBody>
                  <a:tcPr marL="54864" marR="54864" marT="27432" marB="27432" anchor="ctr">
                    <a:lnL w="12700" cap="flat" cmpd="sng" algn="ctr">
                      <a:solidFill>
                        <a:srgbClr val="212123"/>
                      </a:solidFill>
                      <a:prstDash val="solid"/>
                      <a:round/>
                      <a:headEnd type="none" w="med" len="med"/>
                      <a:tailEnd type="none" w="med" len="med"/>
                    </a:lnL>
                    <a:lnR w="12700" cap="flat" cmpd="sng" algn="ctr">
                      <a:solidFill>
                        <a:srgbClr val="212123"/>
                      </a:solidFill>
                      <a:prstDash val="solid"/>
                      <a:round/>
                      <a:headEnd type="none" w="med" len="med"/>
                      <a:tailEnd type="none" w="med" len="med"/>
                    </a:lnR>
                    <a:lnT w="12700" cap="flat" cmpd="sng" algn="ctr">
                      <a:solidFill>
                        <a:srgbClr val="212123"/>
                      </a:solidFill>
                      <a:prstDash val="solid"/>
                      <a:round/>
                      <a:headEnd type="none" w="med" len="med"/>
                      <a:tailEnd type="none" w="med" len="med"/>
                    </a:lnT>
                    <a:lnB w="12700" cap="flat" cmpd="sng" algn="ctr">
                      <a:solidFill>
                        <a:srgbClr val="212123"/>
                      </a:solidFill>
                      <a:prstDash val="solid"/>
                      <a:round/>
                      <a:headEnd type="none" w="med" len="med"/>
                      <a:tailEnd type="none" w="med" len="med"/>
                    </a:lnB>
                  </a:tcPr>
                </a:tc>
                <a:tc hMerge="1">
                  <a:tcPr/>
                </a:tc>
                <a:tc hMerge="1">
                  <a:tcPr/>
                </a:tc>
                <a:tc hMerge="1">
                  <a:tcPr/>
                </a:tc>
                <a:tc hMerge="1">
                  <a:tcPr/>
                </a:tc>
              </a:tr>
              <a:tr h="329184">
                <a:tc>
                  <a:txBody>
                    <a:bodyPr/>
                    <a:lstStyle/>
                    <a:p>
                      <a:pPr algn="l" indent="0" marL="0">
                        <a:buNone/>
                      </a:pPr>
                      <a:r>
                        <a:rPr lang="en-US" sz="1100" b="1" dirty="0">
                          <a:solidFill>
                            <a:srgbClr val="1D1D1D"/>
                          </a:solidFill>
                          <a:latin typeface="Times New Roman" pitchFamily="34" charset="0"/>
                          <a:ea typeface="Times New Roman" pitchFamily="34" charset="-122"/>
                          <a:cs typeface="Times New Roman" pitchFamily="34" charset="-120"/>
                        </a:rPr>
                        <a:t>Tonuri de deschidere</a:t>
                      </a:r>
                      <a:endParaRPr lang="en-US" sz="1100" dirty="0">
                        <a:latin typeface="Times New Roman" charset="0"/>
                        <a:ea typeface="Times New Roman" charset="0"/>
                        <a:cs typeface="Times New Roman" charset="0"/>
                      </a:endParaRPr>
                    </a:p>
                  </a:txBody>
                  <a:tcPr marL="54864" marR="54864" marT="27432" marB="27432" anchor="ctr">
                    <a:lnL w="12700" cap="flat" cmpd="sng" algn="ctr">
                      <a:solidFill>
                        <a:srgbClr val="212123"/>
                      </a:solidFill>
                      <a:prstDash val="solid"/>
                      <a:round/>
                      <a:headEnd type="none" w="med" len="med"/>
                      <a:tailEnd type="none" w="med" len="med"/>
                    </a:lnL>
                    <a:lnR w="12700" cap="flat" cmpd="sng" algn="ctr">
                      <a:solidFill>
                        <a:srgbClr val="212123"/>
                      </a:solidFill>
                      <a:prstDash val="solid"/>
                      <a:round/>
                      <a:headEnd type="none" w="med" len="med"/>
                      <a:tailEnd type="none" w="med" len="med"/>
                    </a:lnR>
                    <a:lnT w="12700" cap="flat" cmpd="sng" algn="ctr">
                      <a:solidFill>
                        <a:srgbClr val="212123"/>
                      </a:solidFill>
                      <a:prstDash val="solid"/>
                      <a:round/>
                      <a:headEnd type="none" w="med" len="med"/>
                      <a:tailEnd type="none" w="med" len="med"/>
                    </a:lnT>
                    <a:lnB w="12700" cap="flat" cmpd="sng" algn="ctr">
                      <a:solidFill>
                        <a:srgbClr val="212123"/>
                      </a:solidFill>
                      <a:prstDash val="solid"/>
                      <a:round/>
                      <a:headEnd type="none" w="med" len="med"/>
                      <a:tailEnd type="none" w="med" len="med"/>
                    </a:lnB>
                    <a:solidFill>
                      <a:srgbClr val="E1E0E6"/>
                    </a:solidFill>
                  </a:tcPr>
                </a:tc>
                <a:tc gridSpan="3">
                  <a:txBody>
                    <a:bodyPr/>
                    <a:lstStyle/>
                    <a:p>
                      <a:pPr algn="ctr" indent="0" marL="0">
                        <a:buNone/>
                      </a:pPr>
                      <a:r>
                        <a:rPr lang="en-US" sz="1100" dirty="0">
                          <a:solidFill>
                            <a:srgbClr val="1D1D1D"/>
                          </a:solidFill>
                          <a:latin typeface="Times New Roman" pitchFamily="34" charset="0"/>
                          <a:ea typeface="Times New Roman" pitchFamily="34" charset="-122"/>
                          <a:cs typeface="Times New Roman" pitchFamily="34" charset="-120"/>
                        </a:rPr>
                        <a:t>Până la 7</a:t>
                      </a:r>
                      <a:endParaRPr lang="en-US" sz="1100" dirty="0">
                        <a:latin typeface="Times New Roman" charset="0"/>
                        <a:ea typeface="Times New Roman" charset="0"/>
                        <a:cs typeface="Times New Roman" charset="0"/>
                      </a:endParaRPr>
                    </a:p>
                  </a:txBody>
                  <a:tcPr marL="54864" marR="54864" marT="27432" marB="27432" anchor="ctr">
                    <a:lnL w="12700" cap="flat" cmpd="sng" algn="ctr">
                      <a:solidFill>
                        <a:srgbClr val="212123"/>
                      </a:solidFill>
                      <a:prstDash val="solid"/>
                      <a:round/>
                      <a:headEnd type="none" w="med" len="med"/>
                      <a:tailEnd type="none" w="med" len="med"/>
                    </a:lnL>
                    <a:lnR w="12700" cap="flat" cmpd="sng" algn="ctr">
                      <a:solidFill>
                        <a:srgbClr val="212123"/>
                      </a:solidFill>
                      <a:prstDash val="solid"/>
                      <a:round/>
                      <a:headEnd type="none" w="med" len="med"/>
                      <a:tailEnd type="none" w="med" len="med"/>
                    </a:lnR>
                    <a:lnT w="12700" cap="flat" cmpd="sng" algn="ctr">
                      <a:solidFill>
                        <a:srgbClr val="212123"/>
                      </a:solidFill>
                      <a:prstDash val="solid"/>
                      <a:round/>
                      <a:headEnd type="none" w="med" len="med"/>
                      <a:tailEnd type="none" w="med" len="med"/>
                    </a:lnT>
                    <a:lnB w="12700" cap="flat" cmpd="sng" algn="ctr">
                      <a:solidFill>
                        <a:srgbClr val="212123"/>
                      </a:solidFill>
                      <a:prstDash val="solid"/>
                      <a:round/>
                      <a:headEnd type="none" w="med" len="med"/>
                      <a:tailEnd type="none" w="med" len="med"/>
                    </a:lnB>
                  </a:tcPr>
                </a:tc>
                <a:tc hMerge="1">
                  <a:tcPr/>
                </a:tc>
                <a:tc hMerge="1">
                  <a:tcPr/>
                </a:tc>
                <a:tc gridSpan="2">
                  <a:txBody>
                    <a:bodyPr/>
                    <a:lstStyle/>
                    <a:p>
                      <a:pPr algn="ctr" indent="0" marL="0">
                        <a:buNone/>
                      </a:pPr>
                      <a:r>
                        <a:rPr lang="en-US" sz="1100" dirty="0">
                          <a:solidFill>
                            <a:srgbClr val="1D1D1D"/>
                          </a:solidFill>
                          <a:latin typeface="Times New Roman" pitchFamily="34" charset="0"/>
                          <a:ea typeface="Times New Roman" pitchFamily="34" charset="-122"/>
                          <a:cs typeface="Times New Roman" pitchFamily="34" charset="-120"/>
                        </a:rPr>
                        <a:t>Până la 9</a:t>
                      </a:r>
                      <a:endParaRPr lang="en-US" sz="1100" dirty="0">
                        <a:latin typeface="Times New Roman" charset="0"/>
                        <a:ea typeface="Times New Roman" charset="0"/>
                        <a:cs typeface="Times New Roman" charset="0"/>
                      </a:endParaRPr>
                    </a:p>
                  </a:txBody>
                  <a:tcPr marL="54864" marR="54864" marT="27432" marB="27432" anchor="ctr">
                    <a:lnL w="12700" cap="flat" cmpd="sng" algn="ctr">
                      <a:solidFill>
                        <a:srgbClr val="212123"/>
                      </a:solidFill>
                      <a:prstDash val="solid"/>
                      <a:round/>
                      <a:headEnd type="none" w="med" len="med"/>
                      <a:tailEnd type="none" w="med" len="med"/>
                    </a:lnL>
                    <a:lnR w="12700" cap="flat" cmpd="sng" algn="ctr">
                      <a:solidFill>
                        <a:srgbClr val="212123"/>
                      </a:solidFill>
                      <a:prstDash val="solid"/>
                      <a:round/>
                      <a:headEnd type="none" w="med" len="med"/>
                      <a:tailEnd type="none" w="med" len="med"/>
                    </a:lnR>
                    <a:lnT w="12700" cap="flat" cmpd="sng" algn="ctr">
                      <a:solidFill>
                        <a:srgbClr val="212123"/>
                      </a:solidFill>
                      <a:prstDash val="solid"/>
                      <a:round/>
                      <a:headEnd type="none" w="med" len="med"/>
                      <a:tailEnd type="none" w="med" len="med"/>
                    </a:lnT>
                    <a:lnB w="12700" cap="flat" cmpd="sng" algn="ctr">
                      <a:solidFill>
                        <a:srgbClr val="212123"/>
                      </a:solidFill>
                      <a:prstDash val="solid"/>
                      <a:round/>
                      <a:headEnd type="none" w="med" len="med"/>
                      <a:tailEnd type="none" w="med" len="med"/>
                    </a:lnB>
                  </a:tcPr>
                </a:tc>
                <a:tc hMerge="1">
                  <a:tcPr/>
                </a:tc>
              </a:tr>
            </a:tbl>
          </a:graphicData>
        </a:graphic>
      </p:graphicFrame>
      <p:sp>
        <p:nvSpPr>
          <p:cNvPr id="5" name="footnote-43"/>
          <p:cNvSpPr txBox="1"/>
          <p:nvPr/>
        </p:nvSpPr>
        <p:spPr>
          <a:xfrm>
            <a:off x="182880" y="4572000"/>
            <a:ext cx="8778240" cy="228600"/>
          </a:xfrm>
          <a:prstGeom prst="rect">
            <a:avLst/>
          </a:prstGeom>
          <a:noFill/>
          <a:ln/>
        </p:spPr>
        <p:txBody>
          <a:bodyPr wrap="square" lIns="0" tIns="0" rIns="0" bIns="0" rtlCol="0" anchor="ctr"/>
          <a:lstStyle/>
          <a:p>
            <a:pPr indent="0" marL="0">
              <a:buNone/>
            </a:pPr>
            <a:r>
              <a:rPr lang="en-US" sz="1000" dirty="0">
                <a:solidFill>
                  <a:srgbClr val="1D1D1D"/>
                </a:solidFill>
                <a:latin typeface="Times New Roman" pitchFamily="34" charset="0"/>
                <a:ea typeface="Times New Roman" pitchFamily="34" charset="-122"/>
                <a:cs typeface="Times New Roman" pitchFamily="34" charset="-120"/>
              </a:rPr>
              <a:t>Amestecul decolorant continuă să deschidă și după 50 de minute.</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logo-44" descr="Alfaparf Milano Professional">    </p:cNvPr>
          <p:cNvPicPr>
            <a:picLocks noChangeAspect="1"/>
          </p:cNvPicPr>
          <p:nvPr/>
        </p:nvPicPr>
        <p:blipFill>
          <a:blip r:embed="rId1"/>
          <a:stretch>
            <a:fillRect/>
          </a:stretch>
        </p:blipFill>
        <p:spPr>
          <a:xfrm>
            <a:off x="475488" y="274320"/>
            <a:ext cx="1088904" cy="404849"/>
          </a:xfrm>
          <a:prstGeom prst="rect">
            <a:avLst/>
          </a:prstGeom>
        </p:spPr>
      </p:pic>
      <p:pic>
        <p:nvPicPr>
          <p:cNvPr id="3" name="bar-45" descr="/tmp/claude-0/-home-user-Blonde-ambition/70714d99-b13e-5886-9474-13d8c417726a/scratchpad/blondera/crops/bar_bond.png">    </p:cNvPr>
          <p:cNvPicPr>
            <a:picLocks noChangeAspect="1"/>
          </p:cNvPicPr>
          <p:nvPr/>
        </p:nvPicPr>
        <p:blipFill>
          <a:blip r:embed="rId2"/>
          <a:stretch>
            <a:fillRect/>
          </a:stretch>
        </p:blipFill>
        <p:spPr>
          <a:xfrm>
            <a:off x="0" y="841248"/>
            <a:ext cx="2366272" cy="258266"/>
          </a:xfrm>
          <a:prstGeom prst="rect">
            <a:avLst/>
          </a:prstGeom>
        </p:spPr>
      </p:pic>
      <p:sp>
        <p:nvSpPr>
          <p:cNvPr id="4" name="title-46"/>
          <p:cNvSpPr txBox="1"/>
          <p:nvPr/>
        </p:nvSpPr>
        <p:spPr>
          <a:xfrm>
            <a:off x="594360" y="1298448"/>
            <a:ext cx="6858000" cy="411480"/>
          </a:xfrm>
          <a:prstGeom prst="rect">
            <a:avLst/>
          </a:prstGeom>
          <a:noFill/>
          <a:ln/>
        </p:spPr>
        <p:txBody>
          <a:bodyPr wrap="square" lIns="0" tIns="0" rIns="0" bIns="0" rtlCol="0" anchor="ctr"/>
          <a:lstStyle/>
          <a:p>
            <a:pPr indent="0" marL="0">
              <a:buNone/>
            </a:pPr>
            <a:r>
              <a:rPr lang="en-US" sz="2200" dirty="0">
                <a:solidFill>
                  <a:srgbClr val="23253C"/>
                </a:solidFill>
                <a:latin typeface="Times New Roman" pitchFamily="34" charset="0"/>
                <a:ea typeface="Times New Roman" pitchFamily="34" charset="-122"/>
                <a:cs typeface="Times New Roman" pitchFamily="34" charset="-120"/>
              </a:rPr>
              <a:t>BOND REBUILDER</a:t>
            </a:r>
            <a:endParaRPr lang="en-US" sz="2200" dirty="0"/>
          </a:p>
        </p:txBody>
      </p:sp>
      <p:sp>
        <p:nvSpPr>
          <p:cNvPr id="5" name="body-47"/>
          <p:cNvSpPr txBox="1"/>
          <p:nvPr/>
        </p:nvSpPr>
        <p:spPr>
          <a:xfrm>
            <a:off x="594360" y="1691640"/>
            <a:ext cx="5532120" cy="3337560"/>
          </a:xfrm>
          <a:prstGeom prst="rect">
            <a:avLst/>
          </a:prstGeom>
          <a:noFill/>
          <a:ln/>
        </p:spPr>
        <p:txBody>
          <a:bodyPr wrap="square" lIns="0" tIns="0" rIns="0" bIns="0" rtlCol="0" anchor="t"/>
          <a:lstStyle/>
          <a:p>
            <a:pPr marL="177800" indent="-177800">
              <a:spcBef>
                <a:spcPts val="500"/>
              </a:spcBef>
              <a:buSzPct val="100000"/>
              <a:buChar char="•"/>
            </a:pPr>
            <a:r>
              <a:rPr lang="en-US" sz="1200" dirty="0">
                <a:solidFill>
                  <a:srgbClr val="1D1D1D"/>
                </a:solidFill>
                <a:latin typeface="Times New Roman" pitchFamily="34" charset="0"/>
                <a:ea typeface="Times New Roman" pitchFamily="34" charset="-122"/>
                <a:cs typeface="Times New Roman" pitchFamily="34" charset="-120"/>
              </a:rPr>
              <a:t>Mod de utilizare:</a:t>
            </a:r>
            <a:endParaRPr lang="en-US" sz="1200" dirty="0"/>
          </a:p>
          <a:p>
            <a:pPr marL="177800" indent="-177800">
              <a:spcBef>
                <a:spcPts val="500"/>
              </a:spcBef>
              <a:buSzPct val="100000"/>
              <a:buChar char="•"/>
            </a:pPr>
            <a:r>
              <a:rPr lang="en-US" sz="1200" dirty="0">
                <a:solidFill>
                  <a:srgbClr val="1D1D1D"/>
                </a:solidFill>
                <a:latin typeface="Times New Roman" pitchFamily="34" charset="0"/>
                <a:ea typeface="Times New Roman" pitchFamily="34" charset="-122"/>
                <a:cs typeface="Times New Roman" pitchFamily="34" charset="-120"/>
              </a:rPr>
              <a:t>Servicii de colorare/decolorare:</a:t>
            </a:r>
            <a:endParaRPr lang="en-US" sz="1200" dirty="0"/>
          </a:p>
          <a:p>
            <a:pPr marL="177800" indent="-177800">
              <a:buSzPct val="100000"/>
              <a:buChar char=" "/>
            </a:pPr>
            <a:r>
              <a:rPr lang="en-US" sz="1200" dirty="0">
                <a:solidFill>
                  <a:srgbClr val="1D1D1D"/>
                </a:solidFill>
                <a:latin typeface="Times New Roman" pitchFamily="34" charset="0"/>
                <a:ea typeface="Times New Roman" pitchFamily="34" charset="-122"/>
                <a:cs typeface="Times New Roman" pitchFamily="34" charset="-120"/>
              </a:rPr>
              <a:t>Amestecați crema colorantă/produsul decolorant cu cantitatea corespunzătoare de activator. Adăugați 10 g de Bond Rebuilder la fiecare 30 g de cremă colorantă/produs decolorant utilizat și amestecați până obțineți o compoziție omogenă.</a:t>
            </a:r>
            <a:endParaRPr lang="en-US" sz="1200" dirty="0"/>
          </a:p>
          <a:p>
            <a:pPr marL="177800" indent="-177800">
              <a:spcBef>
                <a:spcPts val="500"/>
              </a:spcBef>
              <a:buSzPct val="100000"/>
              <a:buChar char="•"/>
            </a:pPr>
            <a:r>
              <a:rPr lang="en-US" sz="1200" dirty="0">
                <a:solidFill>
                  <a:srgbClr val="1D1D1D"/>
                </a:solidFill>
                <a:latin typeface="Times New Roman" pitchFamily="34" charset="0"/>
                <a:ea typeface="Times New Roman" pitchFamily="34" charset="-122"/>
                <a:cs typeface="Times New Roman" pitchFamily="34" charset="-120"/>
              </a:rPr>
              <a:t>În serviciile de colorare, Bond Rebuilder se adaugă doar în amestecul destinat lungimilor și vârfurilor.</a:t>
            </a:r>
            <a:endParaRPr lang="en-US" sz="1200" dirty="0"/>
          </a:p>
          <a:p>
            <a:pPr marL="177800" indent="-177800">
              <a:spcBef>
                <a:spcPts val="500"/>
              </a:spcBef>
              <a:buSzPct val="100000"/>
              <a:buChar char="•"/>
            </a:pPr>
            <a:r>
              <a:rPr lang="en-US" sz="1200" dirty="0">
                <a:solidFill>
                  <a:srgbClr val="1D1D1D"/>
                </a:solidFill>
                <a:latin typeface="Times New Roman" pitchFamily="34" charset="0"/>
                <a:ea typeface="Times New Roman" pitchFamily="34" charset="-122"/>
                <a:cs typeface="Times New Roman" pitchFamily="34" charset="-120"/>
              </a:rPr>
              <a:t>Continuați cu aplicarea obișnuită.</a:t>
            </a:r>
            <a:endParaRPr lang="en-US" sz="1200" dirty="0"/>
          </a:p>
          <a:p>
            <a:pPr marL="177800" indent="-177800">
              <a:spcBef>
                <a:spcPts val="500"/>
              </a:spcBef>
              <a:buSzPct val="100000"/>
              <a:buChar char="•"/>
            </a:pPr>
            <a:r>
              <a:rPr lang="en-US" sz="1200" dirty="0">
                <a:solidFill>
                  <a:srgbClr val="1D1D1D"/>
                </a:solidFill>
                <a:latin typeface="Times New Roman" pitchFamily="34" charset="0"/>
                <a:ea typeface="Times New Roman" pitchFamily="34" charset="-122"/>
                <a:cs typeface="Times New Roman" pitchFamily="34" charset="-120"/>
              </a:rPr>
              <a:t>Servicii de schimbare de formă:</a:t>
            </a:r>
            <a:endParaRPr lang="en-US" sz="1200" dirty="0"/>
          </a:p>
          <a:p>
            <a:pPr marL="177800" indent="-177800">
              <a:buSzPct val="100000"/>
              <a:buChar char=" "/>
            </a:pPr>
            <a:r>
              <a:rPr lang="en-US" sz="1200" dirty="0">
                <a:solidFill>
                  <a:srgbClr val="1D1D1D"/>
                </a:solidFill>
                <a:latin typeface="Times New Roman" pitchFamily="34" charset="0"/>
                <a:ea typeface="Times New Roman" pitchFamily="34" charset="-122"/>
                <a:cs typeface="Times New Roman" pitchFamily="34" charset="-120"/>
              </a:rPr>
              <a:t>Amestecați 10 g de Bond Rebuilder la fiecare 60 ml de Lisse Design Smoothing Cream / Smoothing Fluid / Curl Design Move Designer utilizat.</a:t>
            </a:r>
            <a:endParaRPr lang="en-US" sz="1200" dirty="0"/>
          </a:p>
          <a:p>
            <a:pPr marL="177800" indent="-177800">
              <a:spcBef>
                <a:spcPts val="500"/>
              </a:spcBef>
              <a:buSzPct val="100000"/>
              <a:buChar char="•"/>
            </a:pPr>
            <a:r>
              <a:rPr lang="en-US" sz="1200" dirty="0">
                <a:solidFill>
                  <a:srgbClr val="1D1D1D"/>
                </a:solidFill>
                <a:latin typeface="Times New Roman" pitchFamily="34" charset="0"/>
                <a:ea typeface="Times New Roman" pitchFamily="34" charset="-122"/>
                <a:cs typeface="Times New Roman" pitchFamily="34" charset="-120"/>
              </a:rPr>
              <a:t>Utilizat singur:</a:t>
            </a:r>
            <a:endParaRPr lang="en-US" sz="1200" dirty="0"/>
          </a:p>
          <a:p>
            <a:pPr marL="177800" indent="-177800">
              <a:buSzPct val="100000"/>
              <a:buChar char=" "/>
            </a:pPr>
            <a:r>
              <a:rPr lang="en-US" sz="1200" dirty="0">
                <a:solidFill>
                  <a:srgbClr val="1D1D1D"/>
                </a:solidFill>
                <a:latin typeface="Times New Roman" pitchFamily="34" charset="0"/>
                <a:ea typeface="Times New Roman" pitchFamily="34" charset="-122"/>
                <a:cs typeface="Times New Roman" pitchFamily="34" charset="-120"/>
              </a:rPr>
              <a:t>Pentru un serviciu de restructurare a firului de păr, aplicați Bond Rebuilder pe părul spălat și tamponat, apoi expuneți părul la o sursă de căldură timp de 10 minute. Clătiți.</a:t>
            </a:r>
            <a:endParaRPr lang="en-US" sz="1200" dirty="0"/>
          </a:p>
        </p:txBody>
      </p:sp>
      <p:pic>
        <p:nvPicPr>
          <p:cNvPr id="6" name="photo-48" descr="Bond Rebuilder">    </p:cNvPr>
          <p:cNvPicPr>
            <a:picLocks noChangeAspect="1"/>
          </p:cNvPicPr>
          <p:nvPr/>
        </p:nvPicPr>
        <p:blipFill>
          <a:blip r:embed="rId3"/>
          <a:stretch>
            <a:fillRect/>
          </a:stretch>
        </p:blipFill>
        <p:spPr>
          <a:xfrm>
            <a:off x="6321348" y="0"/>
            <a:ext cx="2822652"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Times New Roma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imes New Roman"/>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 - Discovery BLONDERA Pro System</dc:title>
  <dc:subject>PptxGenJS Presentation</dc:subject>
  <dc:creator>PptxGenJS</dc:creator>
  <cp:lastModifiedBy>PptxGenJS</cp:lastModifiedBy>
  <cp:revision>1</cp:revision>
  <dcterms:created xsi:type="dcterms:W3CDTF">2026-10-28T13:12:36Z</dcterms:created>
  <dcterms:modified xsi:type="dcterms:W3CDTF">2026-10-28T13:12:36Z</dcterms:modified>
</cp:coreProperties>
</file>